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  <p:sldMasterId id="2147483678" r:id="rId2"/>
  </p:sldMasterIdLst>
  <p:notesMasterIdLst>
    <p:notesMasterId r:id="rId29"/>
  </p:notesMasterIdLst>
  <p:sldIdLst>
    <p:sldId id="256" r:id="rId3"/>
    <p:sldId id="257" r:id="rId4"/>
    <p:sldId id="277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92" r:id="rId15"/>
    <p:sldId id="287" r:id="rId16"/>
    <p:sldId id="288" r:id="rId17"/>
    <p:sldId id="289" r:id="rId18"/>
    <p:sldId id="290" r:id="rId19"/>
    <p:sldId id="291" r:id="rId20"/>
    <p:sldId id="293" r:id="rId21"/>
    <p:sldId id="294" r:id="rId22"/>
    <p:sldId id="295" r:id="rId23"/>
    <p:sldId id="296" r:id="rId24"/>
    <p:sldId id="298" r:id="rId25"/>
    <p:sldId id="297" r:id="rId26"/>
    <p:sldId id="299" r:id="rId27"/>
    <p:sldId id="263" r:id="rId28"/>
  </p:sldIdLst>
  <p:sldSz cx="9144000" cy="5143500" type="screen16x9"/>
  <p:notesSz cx="6858000" cy="9144000"/>
  <p:embeddedFontLst>
    <p:embeddedFont>
      <p:font typeface="Catamaran" panose="020B0604020202020204" charset="0"/>
      <p:regular r:id="rId30"/>
      <p:bold r:id="rId31"/>
    </p:embeddedFont>
    <p:embeddedFont>
      <p:font typeface="Tw Cen MT" panose="020B0602020104020603" pitchFamily="34" charset="0"/>
      <p:regular r:id="rId32"/>
      <p:bold r:id="rId33"/>
      <p:italic r:id="rId34"/>
      <p:boldItalic r:id="rId35"/>
    </p:embeddedFont>
    <p:embeddedFont>
      <p:font typeface="Tw Cen MT Condensed" panose="020B0606020104020203" pitchFamily="34" charset="0"/>
      <p:regular r:id="rId36"/>
      <p:bold r:id="rId37"/>
    </p:embeddedFont>
    <p:embeddedFont>
      <p:font typeface="Wingdings 3" panose="05040102010807070707" pitchFamily="18" charset="2"/>
      <p:regular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3513"/>
    <a:srgbClr val="000000"/>
    <a:srgbClr val="1482AC"/>
    <a:srgbClr val="6F0A19"/>
    <a:srgbClr val="E9ED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-2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font" Target="fonts/font5.fntdata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7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4.fntdata"/><Relationship Id="rId38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9E9C2CC9-ED9E-DD59-3AE5-83E285F8B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CCB0F39D-0B17-5B79-1995-47A988C1F3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B5F85830-A4BE-5DE2-5499-5712225161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449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65A804E-0451-7C33-312B-09CBD8F4E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596A1030-D9E4-2AB5-E211-0E33E289B4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18A73684-9264-2FA4-4166-B3D6191538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92546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C9B03D8-BFAF-35CD-7BD8-A7C18BBA0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9B167DE2-28AC-4473-5C99-EE0C3464A4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C74EA092-3468-94A3-4BB3-822BFF850F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5226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715B733-6018-7363-908E-BED7A1181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0C0E020F-ADC8-33C6-D869-8565DF46C8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A8544A4D-0775-3800-26E7-FC9901F7A6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40092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F10A66D7-2E6D-753D-1F22-11E9572F8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DD412342-7819-9D23-2425-9BE79C7F3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F94CABDE-C0F3-010E-B8DD-8475FA265B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5912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8C67F80-C3BB-C2C8-E541-ABC2FCD3B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6A35A1E9-D52A-B3FB-E80A-59C8F1C71D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BA3A2752-4FAB-EF6C-1065-DF37234E3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2064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0CF03C6-266F-E82D-2F7F-087C6EB73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34AEBAE9-7EE9-7899-4D2B-46A74A4598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EE8D4813-B890-6B50-3DA2-731AD8A6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6363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5B4EB9BE-73C4-CF27-22EE-49DEB3273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08A60371-62E6-7453-3DEB-C4ADFC427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CEDBAA71-688C-1078-A7B4-9BDC54A80D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3118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F3B14-4C70-458D-FF31-92C20B02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C1AB8567-A884-F8D8-909A-7541C015B0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306F0E77-D15C-8303-5836-C620A5ACDD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8975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67EA9E33-3746-7973-A006-35679CEC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10A9BE00-076C-F8A6-BFAB-6F8A9D0D6E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BA7C1BBB-3F5F-D3DF-1ADA-259561338D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26548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387BBCD-B29C-7533-0F9D-172C4EB3B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3FDE564A-0592-2161-E110-5CE773F6C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C1420EF2-7D72-A6D0-E1AA-8C7E27833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84222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AD0C9E10-1A32-6821-4D3F-DAD2E38D2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3599BD21-A5D7-F67F-9679-9ECE6A9E57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04BD86D5-E740-472E-A350-DDDF6C28E8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61004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E65007DF-7955-81D5-B64D-C033C51A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D2123A53-F851-D7AE-4FCF-6748FD431F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45515952-3052-2D26-03E6-525DA0A34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574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B7F569D9-8C09-2219-BD20-C635E3092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2834C21C-3B1C-7F22-22B7-64FFD7761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E882E270-5A61-25B2-ED57-E8105E36B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838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588E11AB-CEF7-706D-B393-72D00F85E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60D5F0CC-373F-15CD-346E-D0BC7E879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4BA38839-93FB-B381-4657-9147022A0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68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59A140A8-527D-E405-904F-D4D95CFC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16F08DFF-55EA-E717-FBBC-1054B90348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431D4D3D-906C-04B0-908B-253E69B4B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38668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32D8B030-745C-34A4-737B-8CB9BA406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53C08421-9D79-6637-8FC8-182B6380D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84BE2A83-90C0-D936-6579-04C3BA45AA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84800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908E9619-6689-82C8-771B-58321583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112AB624-EF6B-69AA-B029-2F5CEFFFE1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D98FC870-25A4-3534-DAFD-9ADA8367AF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04086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CA5CEE8-A622-6E46-2FD2-15CF3C517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108B5AB8-755D-B6B1-7F70-EBE2DCD756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39121ED7-9BEC-EB96-096D-FA8F5777C7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0637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D866E90-075D-6AD3-F6BC-154EE4F2F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E2AB76B7-3B12-5279-0DA1-3E9522C5E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EA502946-8D42-3F87-AB44-20B43376FF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87509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EA016C5B-6192-E104-266A-AFEE5775F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FB141332-5E8E-CE8F-892C-BCC51AF46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2BE342BE-41A0-99A8-9902-37DA703BCA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072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2F866347-D00B-C2AE-143C-E7303254E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722E8AFF-E795-AB89-204B-D58632A955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BFA60FFA-A9A9-91EA-5236-772230880D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71418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FD06E20C-5962-2F9F-3116-C58225A59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2df644b60b_0_14:notes">
            <a:extLst>
              <a:ext uri="{FF2B5EF4-FFF2-40B4-BE49-F238E27FC236}">
                <a16:creationId xmlns:a16="http://schemas.microsoft.com/office/drawing/2014/main" id="{0AE22687-3F7F-8A41-DB2A-E78580F577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2df644b60b_0_14:notes">
            <a:extLst>
              <a:ext uri="{FF2B5EF4-FFF2-40B4-BE49-F238E27FC236}">
                <a16:creationId xmlns:a16="http://schemas.microsoft.com/office/drawing/2014/main" id="{B87C2A0F-CD25-2A10-22CB-A06147C5BB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7178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95670f63ae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95670f63ae_0_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932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8023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0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1456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9565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6939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13196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60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it-IT" dirty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624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1241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4321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56408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3396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8643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63074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6887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16657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61688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34784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048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43843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54541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title"/>
          </p:nvPr>
        </p:nvSpPr>
        <p:spPr>
          <a:xfrm>
            <a:off x="727650" y="8618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79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8020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hf hdr="0" dt="0"/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Capitolo 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‹N›</a:t>
            </a:fld>
            <a:endParaRPr lang="it-IT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187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</p:sldLayoutIdLst>
  <p:hf hdr="0" dt="0"/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"/>
          <p:cNvSpPr txBox="1">
            <a:spLocks noGrp="1"/>
          </p:cNvSpPr>
          <p:nvPr>
            <p:ph type="ctrTitle"/>
          </p:nvPr>
        </p:nvSpPr>
        <p:spPr>
          <a:xfrm>
            <a:off x="0" y="3720103"/>
            <a:ext cx="6291072" cy="1097280"/>
          </a:xfr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sz="3200" dirty="0" err="1">
                <a:solidFill>
                  <a:srgbClr val="B53513"/>
                </a:solidFill>
              </a:rPr>
              <a:t>Laboratory</a:t>
            </a:r>
            <a:r>
              <a:rPr lang="it-IT" sz="3200" dirty="0">
                <a:solidFill>
                  <a:srgbClr val="B53513"/>
                </a:solidFill>
              </a:rPr>
              <a:t> of </a:t>
            </a:r>
            <a:r>
              <a:rPr lang="it-IT" sz="3200" dirty="0" err="1">
                <a:solidFill>
                  <a:srgbClr val="B53513"/>
                </a:solidFill>
              </a:rPr>
              <a:t>advanced</a:t>
            </a:r>
            <a:r>
              <a:rPr lang="it-IT" sz="3200" dirty="0">
                <a:solidFill>
                  <a:srgbClr val="B53513"/>
                </a:solidFill>
              </a:rPr>
              <a:t> programming: MARS AUTOMATION PLATFORM</a:t>
            </a:r>
          </a:p>
        </p:txBody>
      </p:sp>
      <p:sp>
        <p:nvSpPr>
          <p:cNvPr id="64" name="Google Shape;64;p6"/>
          <p:cNvSpPr txBox="1">
            <a:spLocks noGrp="1"/>
          </p:cNvSpPr>
          <p:nvPr>
            <p:ph type="subTitle" idx="1"/>
          </p:nvPr>
        </p:nvSpPr>
        <p:spPr/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it-IT" dirty="0"/>
              <a:t>Dan </a:t>
            </a:r>
            <a:r>
              <a:rPr lang="it-IT" dirty="0" err="1"/>
              <a:t>Razin</a:t>
            </a:r>
            <a:r>
              <a:rPr lang="it-IT" dirty="0"/>
              <a:t> - 2065165</a:t>
            </a:r>
          </a:p>
          <a:p>
            <a:pPr lvl="0"/>
            <a:r>
              <a:rPr lang="it-IT" dirty="0"/>
              <a:t>Beatrice Gambetti - 2063585 </a:t>
            </a:r>
          </a:p>
          <a:p>
            <a:pPr lvl="0"/>
            <a:r>
              <a:rPr lang="it-IT" dirty="0"/>
              <a:t>Matteo Ciula – 2065405</a:t>
            </a:r>
          </a:p>
          <a:p>
            <a:pPr lvl="0"/>
            <a:r>
              <a:rPr lang="it-IT" dirty="0"/>
              <a:t>Andrea </a:t>
            </a:r>
            <a:r>
              <a:rPr lang="it-IT" dirty="0" err="1"/>
              <a:t>Piermartini</a:t>
            </a:r>
            <a:r>
              <a:rPr lang="it-IT" dirty="0"/>
              <a:t> - 2046607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4D800B4-94B7-0C5A-79D3-2615AB97D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mtClean="0"/>
              <a:t>1</a:t>
            </a:fld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 smtClean="0"/>
              <a:t>2</a:t>
            </a:fld>
            <a:endParaRPr lang="it"/>
          </a:p>
        </p:txBody>
      </p:sp>
      <p:sp>
        <p:nvSpPr>
          <p:cNvPr id="8" name="Google Shape;112;p11">
            <a:extLst>
              <a:ext uri="{FF2B5EF4-FFF2-40B4-BE49-F238E27FC236}">
                <a16:creationId xmlns:a16="http://schemas.microsoft.com/office/drawing/2014/main" id="{EAFDE66B-1FF2-D0D8-6013-A6C5815C41E2}"/>
              </a:ext>
            </a:extLst>
          </p:cNvPr>
          <p:cNvSpPr txBox="1"/>
          <p:nvPr/>
        </p:nvSpPr>
        <p:spPr>
          <a:xfrm>
            <a:off x="727650" y="861800"/>
            <a:ext cx="205619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600" b="1" dirty="0">
                <a:solidFill>
                  <a:srgbClr val="1A1A1A"/>
                </a:solidFill>
                <a:latin typeface="Catamaran"/>
                <a:ea typeface="Catamaran"/>
                <a:cs typeface="Catamaran"/>
                <a:sym typeface="Catamaran"/>
              </a:rPr>
              <a:t>Introduzione</a:t>
            </a:r>
            <a:endParaRPr sz="2600" b="1" dirty="0">
              <a:solidFill>
                <a:srgbClr val="1A1A1A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87E951C-A375-7A18-8CEF-6D0D3F148483}"/>
              </a:ext>
            </a:extLst>
          </p:cNvPr>
          <p:cNvSpPr txBox="1"/>
          <p:nvPr/>
        </p:nvSpPr>
        <p:spPr>
          <a:xfrm>
            <a:off x="612810" y="752172"/>
            <a:ext cx="79183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GOAL: </a:t>
            </a:r>
            <a:r>
              <a:rPr lang="it-IT" dirty="0" err="1">
                <a:solidFill>
                  <a:schemeClr val="bg1"/>
                </a:solidFill>
              </a:rPr>
              <a:t>developing</a:t>
            </a:r>
            <a:r>
              <a:rPr lang="it-IT" dirty="0">
                <a:solidFill>
                  <a:schemeClr val="bg1"/>
                </a:solidFill>
              </a:rPr>
              <a:t> a </a:t>
            </a:r>
            <a:r>
              <a:rPr lang="it-IT" dirty="0" err="1">
                <a:solidFill>
                  <a:schemeClr val="bg1"/>
                </a:solidFill>
              </a:rPr>
              <a:t>robust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distributed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infrastructure</a:t>
            </a:r>
            <a:r>
              <a:rPr lang="it-IT" dirty="0">
                <a:solidFill>
                  <a:schemeClr val="bg1"/>
                </a:solidFill>
              </a:rPr>
              <a:t> to </a:t>
            </a:r>
            <a:r>
              <a:rPr lang="it-IT" dirty="0" err="1">
                <a:solidFill>
                  <a:schemeClr val="bg1"/>
                </a:solidFill>
              </a:rPr>
              <a:t>manage</a:t>
            </a:r>
            <a:r>
              <a:rPr lang="it-IT" dirty="0">
                <a:solidFill>
                  <a:schemeClr val="bg1"/>
                </a:solidFill>
              </a:rPr>
              <a:t> life-support and </a:t>
            </a:r>
            <a:r>
              <a:rPr lang="it-IT" dirty="0" err="1">
                <a:solidFill>
                  <a:schemeClr val="bg1"/>
                </a:solidFill>
              </a:rPr>
              <a:t>environmental</a:t>
            </a:r>
            <a:r>
              <a:rPr lang="it-IT" dirty="0">
                <a:solidFill>
                  <a:schemeClr val="bg1"/>
                </a:solidFill>
              </a:rPr>
              <a:t> systems of a </a:t>
            </a:r>
            <a:r>
              <a:rPr lang="it-IT" dirty="0" err="1">
                <a:solidFill>
                  <a:schemeClr val="bg1"/>
                </a:solidFill>
              </a:rPr>
              <a:t>Martian</a:t>
            </a:r>
            <a:r>
              <a:rPr lang="it-IT" dirty="0">
                <a:solidFill>
                  <a:schemeClr val="bg1"/>
                </a:solidFill>
              </a:rPr>
              <a:t> habitat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77BCEC5-7413-9EB6-2611-062FE8613381}"/>
              </a:ext>
            </a:extLst>
          </p:cNvPr>
          <p:cNvSpPr txBox="1"/>
          <p:nvPr/>
        </p:nvSpPr>
        <p:spPr>
          <a:xfrm>
            <a:off x="195072" y="1914144"/>
            <a:ext cx="85465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CHALLENGE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Heterogeneous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environment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sensors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speak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different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languages</a:t>
            </a:r>
            <a:r>
              <a:rPr lang="it-IT" dirty="0">
                <a:solidFill>
                  <a:schemeClr val="bg1"/>
                </a:solidFill>
              </a:rPr>
              <a:t> (REST; </a:t>
            </a:r>
            <a:r>
              <a:rPr lang="it-IT" dirty="0" err="1">
                <a:solidFill>
                  <a:schemeClr val="bg1"/>
                </a:solidFill>
              </a:rPr>
              <a:t>WebSockets</a:t>
            </a:r>
            <a:r>
              <a:rPr lang="it-IT" dirty="0">
                <a:solidFill>
                  <a:schemeClr val="bg1"/>
                </a:solidFill>
              </a:rPr>
              <a:t>, SSE)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Partial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destruction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there’s</a:t>
            </a:r>
            <a:r>
              <a:rPr lang="it-IT" dirty="0">
                <a:solidFill>
                  <a:schemeClr val="bg1"/>
                </a:solidFill>
              </a:rPr>
              <a:t> no </a:t>
            </a:r>
            <a:r>
              <a:rPr lang="it-IT" dirty="0" err="1">
                <a:solidFill>
                  <a:schemeClr val="bg1"/>
                </a:solidFill>
              </a:rPr>
              <a:t>automation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but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manual</a:t>
            </a:r>
            <a:r>
              <a:rPr lang="it-IT" dirty="0">
                <a:solidFill>
                  <a:schemeClr val="bg1"/>
                </a:solidFill>
              </a:rPr>
              <a:t> monitoring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impossible</a:t>
            </a:r>
            <a:r>
              <a:rPr lang="it-IT" dirty="0">
                <a:solidFill>
                  <a:schemeClr val="bg1"/>
                </a:solidFill>
              </a:rPr>
              <a:t> for a 24/7 </a:t>
            </a:r>
            <a:r>
              <a:rPr lang="it-IT" dirty="0" err="1">
                <a:solidFill>
                  <a:schemeClr val="bg1"/>
                </a:solidFill>
              </a:rPr>
              <a:t>colony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High </a:t>
            </a:r>
            <a:r>
              <a:rPr lang="it-IT" dirty="0" err="1">
                <a:solidFill>
                  <a:schemeClr val="bg1"/>
                </a:solidFill>
              </a:rPr>
              <a:t>stakes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thermodynamic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failure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equals</a:t>
            </a:r>
            <a:r>
              <a:rPr lang="it-IT" dirty="0">
                <a:solidFill>
                  <a:schemeClr val="bg1"/>
                </a:solidFill>
              </a:rPr>
              <a:t> mission end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19A5011-7FB5-2BD3-81B1-A71F2B06F2C6}"/>
              </a:ext>
            </a:extLst>
          </p:cNvPr>
          <p:cNvSpPr txBox="1"/>
          <p:nvPr/>
        </p:nvSpPr>
        <p:spPr>
          <a:xfrm>
            <a:off x="195072" y="3385395"/>
            <a:ext cx="85465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SOLUTION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A </a:t>
            </a:r>
            <a:r>
              <a:rPr lang="it-IT" dirty="0" err="1">
                <a:solidFill>
                  <a:schemeClr val="bg1"/>
                </a:solidFill>
              </a:rPr>
              <a:t>distributed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microservices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platform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built</a:t>
            </a:r>
            <a:r>
              <a:rPr lang="it-IT" dirty="0">
                <a:solidFill>
                  <a:schemeClr val="bg1"/>
                </a:solidFill>
              </a:rPr>
              <a:t> on Python and Kafka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Real-time </a:t>
            </a:r>
            <a:r>
              <a:rPr lang="it-IT" dirty="0" err="1">
                <a:solidFill>
                  <a:schemeClr val="bg1"/>
                </a:solidFill>
              </a:rPr>
              <a:t>normalization</a:t>
            </a:r>
            <a:r>
              <a:rPr lang="it-IT" dirty="0">
                <a:solidFill>
                  <a:schemeClr val="bg1"/>
                </a:solidFill>
              </a:rPr>
              <a:t> of </a:t>
            </a:r>
            <a:r>
              <a:rPr lang="it-IT" dirty="0" err="1">
                <a:solidFill>
                  <a:schemeClr val="bg1"/>
                </a:solidFill>
              </a:rPr>
              <a:t>all</a:t>
            </a:r>
            <a:r>
              <a:rPr lang="it-IT" dirty="0">
                <a:solidFill>
                  <a:schemeClr val="bg1"/>
                </a:solidFill>
              </a:rPr>
              <a:t> the data </a:t>
            </a:r>
            <a:r>
              <a:rPr lang="it-IT" dirty="0" err="1">
                <a:solidFill>
                  <a:schemeClr val="bg1"/>
                </a:solidFill>
              </a:rPr>
              <a:t>into</a:t>
            </a:r>
            <a:r>
              <a:rPr lang="it-IT" dirty="0">
                <a:solidFill>
                  <a:schemeClr val="bg1"/>
                </a:solidFill>
              </a:rPr>
              <a:t> a single </a:t>
            </a:r>
            <a:r>
              <a:rPr lang="it-IT" dirty="0" err="1">
                <a:solidFill>
                  <a:schemeClr val="bg1"/>
                </a:solidFill>
              </a:rPr>
              <a:t>internal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language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Dynamic Rule Engine to </a:t>
            </a:r>
            <a:r>
              <a:rPr lang="it-IT" dirty="0" err="1">
                <a:solidFill>
                  <a:schemeClr val="bg1"/>
                </a:solidFill>
              </a:rPr>
              <a:t>ensure</a:t>
            </a:r>
            <a:r>
              <a:rPr lang="it-IT" dirty="0">
                <a:solidFill>
                  <a:schemeClr val="bg1"/>
                </a:solidFill>
              </a:rPr>
              <a:t> the habitat </a:t>
            </a:r>
            <a:r>
              <a:rPr lang="it-IT" dirty="0" err="1">
                <a:solidFill>
                  <a:schemeClr val="bg1"/>
                </a:solidFill>
              </a:rPr>
              <a:t>react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automatically</a:t>
            </a:r>
            <a:r>
              <a:rPr lang="it-IT" dirty="0">
                <a:solidFill>
                  <a:schemeClr val="bg1"/>
                </a:solidFill>
              </a:rPr>
              <a:t> to </a:t>
            </a:r>
            <a:r>
              <a:rPr lang="it-IT" dirty="0" err="1">
                <a:solidFill>
                  <a:schemeClr val="bg1"/>
                </a:solidFill>
              </a:rPr>
              <a:t>environmental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threats</a:t>
            </a:r>
            <a:endParaRPr lang="it-IT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EE5CE2A-50D6-AB18-4831-5303FB43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A8022B5B-28C5-CF6E-5695-65EE767480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3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3CC1AA9-4E9D-18F3-BB99-5533C17C4656}"/>
              </a:ext>
            </a:extLst>
          </p:cNvPr>
          <p:cNvSpPr txBox="1"/>
          <p:nvPr/>
        </p:nvSpPr>
        <p:spPr>
          <a:xfrm>
            <a:off x="170688" y="126527"/>
            <a:ext cx="4218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</a:rPr>
              <a:t>USER STORIES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55CD7E2-6BBE-D616-0EC1-C4D6A939464B}"/>
              </a:ext>
            </a:extLst>
          </p:cNvPr>
          <p:cNvSpPr txBox="1"/>
          <p:nvPr/>
        </p:nvSpPr>
        <p:spPr>
          <a:xfrm>
            <a:off x="504587" y="545446"/>
            <a:ext cx="891431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1) As an operator , I want to select a sensor, an operator and a value to define an automation trigger.</a:t>
            </a:r>
          </a:p>
          <a:p>
            <a:r>
              <a:rPr lang="en-US" dirty="0">
                <a:solidFill>
                  <a:schemeClr val="bg1"/>
                </a:solidFill>
              </a:rPr>
              <a:t>2) As an operator , I want to link an actuator to a rule so that the system reacts automatically.</a:t>
            </a:r>
          </a:p>
          <a:p>
            <a:r>
              <a:rPr lang="en-US" dirty="0">
                <a:solidFill>
                  <a:schemeClr val="bg1"/>
                </a:solidFill>
              </a:rPr>
              <a:t>3) As a supervisor , I want to see all configured rules in a dedicated list.</a:t>
            </a:r>
          </a:p>
          <a:p>
            <a:r>
              <a:rPr lang="en-US" dirty="0">
                <a:solidFill>
                  <a:schemeClr val="bg1"/>
                </a:solidFill>
              </a:rPr>
              <a:t>4) As a system admin , I want the UI to prevent contradictory automation rules.</a:t>
            </a:r>
          </a:p>
          <a:p>
            <a:r>
              <a:rPr lang="en-US" dirty="0">
                <a:solidFill>
                  <a:schemeClr val="bg1"/>
                </a:solidFill>
              </a:rPr>
              <a:t>5) As an energy engineer , I want to view the Solar Array Power graph.</a:t>
            </a:r>
          </a:p>
          <a:p>
            <a:r>
              <a:rPr lang="en-US" dirty="0">
                <a:solidFill>
                  <a:schemeClr val="bg1"/>
                </a:solidFill>
              </a:rPr>
              <a:t>6) As a safety officer , I want to monitor Radiation Exposure trends.</a:t>
            </a:r>
          </a:p>
          <a:p>
            <a:r>
              <a:rPr lang="en-US" dirty="0">
                <a:solidFill>
                  <a:schemeClr val="bg1"/>
                </a:solidFill>
              </a:rPr>
              <a:t>7) As a user , I want LIVE indicators on charts to verify active streams.</a:t>
            </a:r>
          </a:p>
          <a:p>
            <a:r>
              <a:rPr lang="en-US" dirty="0">
                <a:solidFill>
                  <a:schemeClr val="bg1"/>
                </a:solidFill>
              </a:rPr>
              <a:t>8) As a botanist , I want sensor progress bars to change color when values become dangerous.</a:t>
            </a:r>
          </a:p>
          <a:p>
            <a:r>
              <a:rPr lang="en-US" dirty="0">
                <a:solidFill>
                  <a:schemeClr val="bg1"/>
                </a:solidFill>
              </a:rPr>
              <a:t>9) As a colonist , I want to see the greenhouse temperature in Celsius.</a:t>
            </a:r>
          </a:p>
          <a:p>
            <a:r>
              <a:rPr lang="en-US" dirty="0">
                <a:solidFill>
                  <a:schemeClr val="bg1"/>
                </a:solidFill>
              </a:rPr>
              <a:t>10) As a maintenance worker , I want to track entrance humidity levels.</a:t>
            </a:r>
          </a:p>
          <a:p>
            <a:r>
              <a:rPr lang="en-US" dirty="0">
                <a:solidFill>
                  <a:schemeClr val="bg1"/>
                </a:solidFill>
              </a:rPr>
              <a:t>11) As a life-support specialist , I want to monitor hall CO₂ concentration.</a:t>
            </a:r>
          </a:p>
          <a:p>
            <a:r>
              <a:rPr lang="en-US" dirty="0">
                <a:solidFill>
                  <a:schemeClr val="bg1"/>
                </a:solidFill>
              </a:rPr>
              <a:t>12) As an operator , I want to manually toggle actuators ON/OFF.</a:t>
            </a:r>
          </a:p>
          <a:p>
            <a:r>
              <a:rPr lang="en-US" dirty="0">
                <a:solidFill>
                  <a:schemeClr val="bg1"/>
                </a:solidFill>
              </a:rPr>
              <a:t>13) As a technician , I want to clearly see actuator states.</a:t>
            </a:r>
          </a:p>
          <a:p>
            <a:r>
              <a:rPr lang="en-US" dirty="0">
                <a:solidFill>
                  <a:schemeClr val="bg1"/>
                </a:solidFill>
              </a:rPr>
              <a:t>14) As a developer , I want newly discovered actuators to appear automatically in the UI.</a:t>
            </a:r>
          </a:p>
          <a:p>
            <a:r>
              <a:rPr lang="en-US" dirty="0">
                <a:solidFill>
                  <a:schemeClr val="bg1"/>
                </a:solidFill>
              </a:rPr>
              <a:t>15) As a crew member , I want to see the current SOL and Mars Local Time.</a:t>
            </a:r>
          </a:p>
          <a:p>
            <a:r>
              <a:rPr lang="en-US" dirty="0">
                <a:solidFill>
                  <a:schemeClr val="bg1"/>
                </a:solidFill>
              </a:rPr>
              <a:t>16) As a network admin , I want a broker connection indicator.</a:t>
            </a:r>
          </a:p>
          <a:p>
            <a:r>
              <a:rPr lang="en-US" dirty="0">
                <a:solidFill>
                  <a:schemeClr val="bg1"/>
                </a:solidFill>
              </a:rPr>
              <a:t>17) As a developer , I want a simulator health indicator.</a:t>
            </a:r>
          </a:p>
          <a:p>
            <a:r>
              <a:rPr lang="en-US" dirty="0">
                <a:solidFill>
                  <a:schemeClr val="bg1"/>
                </a:solidFill>
              </a:rPr>
              <a:t>18) As a supervisor , I want all system actions recorded in an event log.</a:t>
            </a:r>
          </a:p>
          <a:p>
            <a:r>
              <a:rPr lang="en-US" dirty="0">
                <a:solidFill>
                  <a:schemeClr val="bg1"/>
                </a:solidFill>
              </a:rPr>
              <a:t>19) As a user , I want color-coded log entries to quickly identify issues.</a:t>
            </a:r>
          </a:p>
          <a:p>
            <a:r>
              <a:rPr lang="en-US" dirty="0">
                <a:solidFill>
                  <a:schemeClr val="bg1"/>
                </a:solidFill>
              </a:rPr>
              <a:t>20) As a data analyst , I want each log entry to include a precise timestamp.</a:t>
            </a:r>
            <a:endParaRPr lang="it-IT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870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73C0D8B8-D60A-2EE7-2BA2-50391590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96C7CD1A-2BFA-DE1D-C4A6-74047F41D0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4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7BB3385-D967-8B6A-A95B-8A643EFFDB5C}"/>
              </a:ext>
            </a:extLst>
          </p:cNvPr>
          <p:cNvSpPr txBox="1"/>
          <p:nvPr/>
        </p:nvSpPr>
        <p:spPr>
          <a:xfrm>
            <a:off x="622091" y="565633"/>
            <a:ext cx="325286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The operator: </a:t>
            </a:r>
            <a:r>
              <a:rPr lang="it-IT" dirty="0" err="1">
                <a:solidFill>
                  <a:schemeClr val="bg1"/>
                </a:solidFill>
              </a:rPr>
              <a:t>needs</a:t>
            </a:r>
            <a:r>
              <a:rPr lang="it-IT" dirty="0">
                <a:solidFill>
                  <a:schemeClr val="bg1"/>
                </a:solidFill>
              </a:rPr>
              <a:t> to </a:t>
            </a:r>
            <a:r>
              <a:rPr lang="it-IT" dirty="0" err="1">
                <a:solidFill>
                  <a:schemeClr val="bg1"/>
                </a:solidFill>
              </a:rPr>
              <a:t>define</a:t>
            </a:r>
            <a:r>
              <a:rPr lang="it-IT" dirty="0">
                <a:solidFill>
                  <a:schemeClr val="bg1"/>
                </a:solidFill>
              </a:rPr>
              <a:t> «IF-THEN» triggers and </a:t>
            </a:r>
            <a:r>
              <a:rPr lang="it-IT" dirty="0" err="1">
                <a:solidFill>
                  <a:schemeClr val="bg1"/>
                </a:solidFill>
              </a:rPr>
              <a:t>toggle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actuators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Fans,Heaters</a:t>
            </a:r>
            <a:r>
              <a:rPr lang="it-IT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The </a:t>
            </a:r>
            <a:r>
              <a:rPr lang="it-IT" dirty="0" err="1">
                <a:solidFill>
                  <a:schemeClr val="bg1"/>
                </a:solidFill>
              </a:rPr>
              <a:t>specialist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botanist</a:t>
            </a:r>
            <a:r>
              <a:rPr lang="it-IT" dirty="0">
                <a:solidFill>
                  <a:schemeClr val="bg1"/>
                </a:solidFill>
              </a:rPr>
              <a:t>/</a:t>
            </a:r>
            <a:r>
              <a:rPr lang="it-IT" dirty="0" err="1">
                <a:solidFill>
                  <a:schemeClr val="bg1"/>
                </a:solidFill>
              </a:rPr>
              <a:t>engineer</a:t>
            </a:r>
            <a:r>
              <a:rPr lang="it-IT" dirty="0">
                <a:solidFill>
                  <a:schemeClr val="bg1"/>
                </a:solidFill>
              </a:rPr>
              <a:t>): </a:t>
            </a:r>
            <a:r>
              <a:rPr lang="it-IT" dirty="0" err="1">
                <a:solidFill>
                  <a:schemeClr val="bg1"/>
                </a:solidFill>
              </a:rPr>
              <a:t>requires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specific</a:t>
            </a:r>
            <a:r>
              <a:rPr lang="it-IT" dirty="0">
                <a:solidFill>
                  <a:schemeClr val="bg1"/>
                </a:solidFill>
              </a:rPr>
              <a:t> monitoring for </a:t>
            </a:r>
            <a:r>
              <a:rPr lang="it-IT" dirty="0" err="1">
                <a:solidFill>
                  <a:schemeClr val="bg1"/>
                </a:solidFill>
              </a:rPr>
              <a:t>Greenhouse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temp</a:t>
            </a:r>
            <a:r>
              <a:rPr lang="it-IT" dirty="0">
                <a:solidFill>
                  <a:schemeClr val="bg1"/>
                </a:solidFill>
              </a:rPr>
              <a:t>, solar array and </a:t>
            </a:r>
            <a:r>
              <a:rPr lang="it-IT" dirty="0" err="1">
                <a:solidFill>
                  <a:schemeClr val="bg1"/>
                </a:solidFill>
              </a:rPr>
              <a:t>radiation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The system admin: </a:t>
            </a:r>
            <a:r>
              <a:rPr lang="it-IT" dirty="0" err="1">
                <a:solidFill>
                  <a:schemeClr val="bg1"/>
                </a:solidFill>
              </a:rPr>
              <a:t>Needs</a:t>
            </a:r>
            <a:r>
              <a:rPr lang="it-IT" dirty="0">
                <a:solidFill>
                  <a:schemeClr val="bg1"/>
                </a:solidFill>
              </a:rPr>
              <a:t> to monitor the «Health» of the </a:t>
            </a:r>
            <a:r>
              <a:rPr lang="it-IT" dirty="0" err="1">
                <a:solidFill>
                  <a:schemeClr val="bg1"/>
                </a:solidFill>
              </a:rPr>
              <a:t>infrastructure</a:t>
            </a:r>
            <a:r>
              <a:rPr lang="it-IT" dirty="0">
                <a:solidFill>
                  <a:schemeClr val="bg1"/>
                </a:solidFill>
              </a:rPr>
              <a:t> (broker status, simulator </a:t>
            </a:r>
            <a:r>
              <a:rPr lang="it-IT" dirty="0" err="1">
                <a:solidFill>
                  <a:schemeClr val="bg1"/>
                </a:solidFill>
              </a:rPr>
              <a:t>connectivity</a:t>
            </a:r>
            <a:r>
              <a:rPr lang="it-IT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The crew </a:t>
            </a:r>
            <a:r>
              <a:rPr lang="it-IT" dirty="0" err="1">
                <a:solidFill>
                  <a:schemeClr val="bg1"/>
                </a:solidFill>
              </a:rPr>
              <a:t>member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needs</a:t>
            </a:r>
            <a:r>
              <a:rPr lang="it-IT" dirty="0">
                <a:solidFill>
                  <a:schemeClr val="bg1"/>
                </a:solidFill>
              </a:rPr>
              <a:t> high-</a:t>
            </a:r>
            <a:r>
              <a:rPr lang="it-IT" dirty="0" err="1">
                <a:solidFill>
                  <a:schemeClr val="bg1"/>
                </a:solidFill>
              </a:rPr>
              <a:t>level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situational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awareness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mars</a:t>
            </a:r>
            <a:r>
              <a:rPr lang="it-IT" dirty="0">
                <a:solidFill>
                  <a:schemeClr val="bg1"/>
                </a:solidFill>
              </a:rPr>
              <a:t> time, SOL, event logs)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C2CEAA2-0217-1C26-1267-7DCF8689C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4702" y="341377"/>
            <a:ext cx="4764884" cy="33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851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10549C4-48DE-F512-979B-160605816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F6A073A4-610D-222C-30C3-D4702F6FDE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5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F88A348-FEF9-65CB-BF49-9B3487F49C22}"/>
              </a:ext>
            </a:extLst>
          </p:cNvPr>
          <p:cNvSpPr txBox="1"/>
          <p:nvPr/>
        </p:nvSpPr>
        <p:spPr>
          <a:xfrm>
            <a:off x="4931514" y="540425"/>
            <a:ext cx="387913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Ingestion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layer</a:t>
            </a:r>
            <a:r>
              <a:rPr lang="it-IT" dirty="0">
                <a:solidFill>
                  <a:schemeClr val="bg1"/>
                </a:solidFill>
              </a:rPr>
              <a:t>: (</a:t>
            </a:r>
            <a:r>
              <a:rPr lang="it-IT" dirty="0" err="1">
                <a:solidFill>
                  <a:schemeClr val="bg1"/>
                </a:solidFill>
              </a:rPr>
              <a:t>collectors</a:t>
            </a:r>
            <a:r>
              <a:rPr lang="it-IT" dirty="0">
                <a:solidFill>
                  <a:schemeClr val="bg1"/>
                </a:solidFill>
              </a:rPr>
              <a:t>) polling REST </a:t>
            </a:r>
            <a:r>
              <a:rPr lang="it-IT" dirty="0" err="1">
                <a:solidFill>
                  <a:schemeClr val="bg1"/>
                </a:solidFill>
              </a:rPr>
              <a:t>sensors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subscribing</a:t>
            </a:r>
            <a:r>
              <a:rPr lang="it-IT" dirty="0">
                <a:solidFill>
                  <a:schemeClr val="bg1"/>
                </a:solidFill>
              </a:rPr>
              <a:t> to </a:t>
            </a:r>
            <a:r>
              <a:rPr lang="it-IT" dirty="0" err="1">
                <a:solidFill>
                  <a:schemeClr val="bg1"/>
                </a:solidFill>
              </a:rPr>
              <a:t>Telemetry</a:t>
            </a:r>
            <a:r>
              <a:rPr lang="it-IT" dirty="0">
                <a:solidFill>
                  <a:schemeClr val="bg1"/>
                </a:solidFill>
              </a:rPr>
              <a:t> streams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Messaging </a:t>
            </a:r>
            <a:r>
              <a:rPr lang="it-IT" dirty="0" err="1">
                <a:solidFill>
                  <a:schemeClr val="bg1"/>
                </a:solidFill>
              </a:rPr>
              <a:t>layer</a:t>
            </a:r>
            <a:r>
              <a:rPr lang="it-IT" dirty="0">
                <a:solidFill>
                  <a:schemeClr val="bg1"/>
                </a:solidFill>
              </a:rPr>
              <a:t>: (Kafka broker) the </a:t>
            </a:r>
            <a:r>
              <a:rPr lang="it-IT" dirty="0" err="1">
                <a:solidFill>
                  <a:schemeClr val="bg1"/>
                </a:solidFill>
              </a:rPr>
              <a:t>central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nervous</a:t>
            </a:r>
            <a:r>
              <a:rPr lang="it-IT" dirty="0">
                <a:solidFill>
                  <a:schemeClr val="bg1"/>
                </a:solidFill>
              </a:rPr>
              <a:t> system for </a:t>
            </a:r>
            <a:r>
              <a:rPr lang="it-IT" dirty="0" err="1">
                <a:solidFill>
                  <a:schemeClr val="bg1"/>
                </a:solidFill>
              </a:rPr>
              <a:t>asynchronous</a:t>
            </a:r>
            <a:r>
              <a:rPr lang="it-IT" dirty="0">
                <a:solidFill>
                  <a:schemeClr val="bg1"/>
                </a:solidFill>
              </a:rPr>
              <a:t> event </a:t>
            </a:r>
            <a:r>
              <a:rPr lang="it-IT" dirty="0" err="1">
                <a:solidFill>
                  <a:schemeClr val="bg1"/>
                </a:solidFill>
              </a:rPr>
              <a:t>distribution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Processing </a:t>
            </a:r>
            <a:r>
              <a:rPr lang="it-IT" dirty="0" err="1">
                <a:solidFill>
                  <a:schemeClr val="bg1"/>
                </a:solidFill>
              </a:rPr>
              <a:t>layer</a:t>
            </a:r>
            <a:r>
              <a:rPr lang="it-IT" dirty="0">
                <a:solidFill>
                  <a:schemeClr val="bg1"/>
                </a:solidFill>
              </a:rPr>
              <a:t>: (rules </a:t>
            </a:r>
            <a:r>
              <a:rPr lang="it-IT" dirty="0" err="1">
                <a:solidFill>
                  <a:schemeClr val="bg1"/>
                </a:solidFill>
              </a:rPr>
              <a:t>engine</a:t>
            </a:r>
            <a:r>
              <a:rPr lang="it-IT" dirty="0">
                <a:solidFill>
                  <a:schemeClr val="bg1"/>
                </a:solidFill>
              </a:rPr>
              <a:t>) </a:t>
            </a:r>
            <a:r>
              <a:rPr lang="it-IT" dirty="0" err="1">
                <a:solidFill>
                  <a:schemeClr val="bg1"/>
                </a:solidFill>
              </a:rPr>
              <a:t>evaluates</a:t>
            </a:r>
            <a:r>
              <a:rPr lang="it-IT" dirty="0">
                <a:solidFill>
                  <a:schemeClr val="bg1"/>
                </a:solidFill>
              </a:rPr>
              <a:t> incoming data </a:t>
            </a:r>
            <a:r>
              <a:rPr lang="it-IT" dirty="0" err="1">
                <a:solidFill>
                  <a:schemeClr val="bg1"/>
                </a:solidFill>
              </a:rPr>
              <a:t>against</a:t>
            </a:r>
            <a:r>
              <a:rPr lang="it-IT" dirty="0">
                <a:solidFill>
                  <a:schemeClr val="bg1"/>
                </a:solidFill>
              </a:rPr>
              <a:t> a </a:t>
            </a:r>
            <a:r>
              <a:rPr lang="it-IT" dirty="0" err="1">
                <a:solidFill>
                  <a:schemeClr val="bg1"/>
                </a:solidFill>
              </a:rPr>
              <a:t>persistent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SQLite</a:t>
            </a:r>
            <a:r>
              <a:rPr lang="it-IT" dirty="0">
                <a:solidFill>
                  <a:schemeClr val="bg1"/>
                </a:solidFill>
              </a:rPr>
              <a:t> database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Presentation Layer: (</a:t>
            </a:r>
            <a:r>
              <a:rPr lang="it-IT" dirty="0" err="1">
                <a:solidFill>
                  <a:schemeClr val="bg1"/>
                </a:solidFill>
              </a:rPr>
              <a:t>react</a:t>
            </a:r>
            <a:r>
              <a:rPr lang="it-IT" dirty="0">
                <a:solidFill>
                  <a:schemeClr val="bg1"/>
                </a:solidFill>
              </a:rPr>
              <a:t>/Vite dashboard) real-time </a:t>
            </a:r>
            <a:r>
              <a:rPr lang="it-IT" dirty="0" err="1">
                <a:solidFill>
                  <a:schemeClr val="bg1"/>
                </a:solidFill>
              </a:rPr>
              <a:t>visualization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command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interface</a:t>
            </a:r>
            <a:endParaRPr lang="it-IT" dirty="0">
              <a:solidFill>
                <a:schemeClr val="bg1"/>
              </a:solidFill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0C576CD-2974-8EB8-2DB1-AB4002BA1F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30"/>
          <a:stretch>
            <a:fillRect/>
          </a:stretch>
        </p:blipFill>
        <p:spPr>
          <a:xfrm>
            <a:off x="121920" y="540425"/>
            <a:ext cx="4575048" cy="4047744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632CB0D8-7706-2589-EC17-345BA2635627}"/>
              </a:ext>
            </a:extLst>
          </p:cNvPr>
          <p:cNvSpPr txBox="1"/>
          <p:nvPr/>
        </p:nvSpPr>
        <p:spPr>
          <a:xfrm>
            <a:off x="237744" y="115824"/>
            <a:ext cx="326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«DATA LIFE CYCLE»</a:t>
            </a:r>
          </a:p>
        </p:txBody>
      </p:sp>
    </p:spTree>
    <p:extLst>
      <p:ext uri="{BB962C8B-B14F-4D97-AF65-F5344CB8AC3E}">
        <p14:creationId xmlns:p14="http://schemas.microsoft.com/office/powerpoint/2010/main" val="169044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15F32207-956E-2EF2-7BC1-4C0A1BFC5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6A7CF3A2-FF53-697D-473D-C100B3576F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6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0C36D2D-BE18-9E02-9102-B87F1B345910}"/>
              </a:ext>
            </a:extLst>
          </p:cNvPr>
          <p:cNvSpPr txBox="1"/>
          <p:nvPr/>
        </p:nvSpPr>
        <p:spPr>
          <a:xfrm>
            <a:off x="237744" y="548640"/>
            <a:ext cx="8479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To </a:t>
            </a:r>
            <a:r>
              <a:rPr lang="it-IT" dirty="0" err="1">
                <a:solidFill>
                  <a:schemeClr val="bg1"/>
                </a:solidFill>
              </a:rPr>
              <a:t>decouple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sensors</a:t>
            </a:r>
            <a:r>
              <a:rPr lang="it-IT" dirty="0">
                <a:solidFill>
                  <a:schemeClr val="bg1"/>
                </a:solidFill>
              </a:rPr>
              <a:t> from the </a:t>
            </a:r>
            <a:r>
              <a:rPr lang="it-IT" dirty="0" err="1">
                <a:solidFill>
                  <a:schemeClr val="bg1"/>
                </a:solidFill>
              </a:rPr>
              <a:t>logic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we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normalize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every</a:t>
            </a:r>
            <a:r>
              <a:rPr lang="it-IT" dirty="0">
                <a:solidFill>
                  <a:schemeClr val="bg1"/>
                </a:solidFill>
              </a:rPr>
              <a:t> reading </a:t>
            </a:r>
            <a:r>
              <a:rPr lang="it-IT" dirty="0" err="1">
                <a:solidFill>
                  <a:schemeClr val="bg1"/>
                </a:solidFill>
              </a:rPr>
              <a:t>into</a:t>
            </a:r>
            <a:r>
              <a:rPr lang="it-IT" dirty="0">
                <a:solidFill>
                  <a:schemeClr val="bg1"/>
                </a:solidFill>
              </a:rPr>
              <a:t> a single JSON format: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CBC8925-43F2-538D-CA8C-11C4D95B9E7D}"/>
              </a:ext>
            </a:extLst>
          </p:cNvPr>
          <p:cNvSpPr txBox="1"/>
          <p:nvPr/>
        </p:nvSpPr>
        <p:spPr>
          <a:xfrm>
            <a:off x="237744" y="115824"/>
            <a:ext cx="326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STANDARDIZING LANGUAGES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10B076-A5A9-6A41-0D12-32487B5A6E7F}"/>
              </a:ext>
            </a:extLst>
          </p:cNvPr>
          <p:cNvSpPr txBox="1"/>
          <p:nvPr/>
        </p:nvSpPr>
        <p:spPr>
          <a:xfrm>
            <a:off x="237744" y="4442074"/>
            <a:ext cx="8479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 err="1">
                <a:solidFill>
                  <a:schemeClr val="bg1"/>
                </a:solidFill>
              </a:rPr>
              <a:t>This</a:t>
            </a:r>
            <a:r>
              <a:rPr lang="it-IT" dirty="0">
                <a:solidFill>
                  <a:schemeClr val="bg1"/>
                </a:solidFill>
              </a:rPr>
              <a:t> helps the Rules Engine </a:t>
            </a:r>
            <a:r>
              <a:rPr lang="it-IT" dirty="0" err="1">
                <a:solidFill>
                  <a:schemeClr val="bg1"/>
                </a:solidFill>
              </a:rPr>
              <a:t>that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now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doesn’t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need</a:t>
            </a:r>
            <a:r>
              <a:rPr lang="it-IT" dirty="0">
                <a:solidFill>
                  <a:schemeClr val="bg1"/>
                </a:solidFill>
              </a:rPr>
              <a:t> to know </a:t>
            </a:r>
            <a:r>
              <a:rPr lang="it-IT" dirty="0" err="1">
                <a:solidFill>
                  <a:schemeClr val="bg1"/>
                </a:solidFill>
              </a:rPr>
              <a:t>if</a:t>
            </a:r>
            <a:r>
              <a:rPr lang="it-IT" dirty="0">
                <a:solidFill>
                  <a:schemeClr val="bg1"/>
                </a:solidFill>
              </a:rPr>
              <a:t> the data </a:t>
            </a:r>
            <a:r>
              <a:rPr lang="it-IT" dirty="0" err="1">
                <a:solidFill>
                  <a:schemeClr val="bg1"/>
                </a:solidFill>
              </a:rPr>
              <a:t>came</a:t>
            </a:r>
            <a:r>
              <a:rPr lang="it-IT" dirty="0">
                <a:solidFill>
                  <a:schemeClr val="bg1"/>
                </a:solidFill>
              </a:rPr>
              <a:t> from a REST poll or a </a:t>
            </a:r>
            <a:r>
              <a:rPr lang="it-IT" dirty="0" err="1">
                <a:solidFill>
                  <a:schemeClr val="bg1"/>
                </a:solidFill>
              </a:rPr>
              <a:t>WebSocket</a:t>
            </a:r>
            <a:r>
              <a:rPr lang="it-IT" dirty="0">
                <a:solidFill>
                  <a:schemeClr val="bg1"/>
                </a:solidFill>
              </a:rPr>
              <a:t> stream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8CBE7F5-2884-F316-725F-C127B8795A34}"/>
              </a:ext>
            </a:extLst>
          </p:cNvPr>
          <p:cNvSpPr txBox="1"/>
          <p:nvPr/>
        </p:nvSpPr>
        <p:spPr>
          <a:xfrm>
            <a:off x="2563368" y="1094974"/>
            <a:ext cx="382828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JSON</a:t>
            </a:r>
          </a:p>
          <a:p>
            <a:r>
              <a:rPr lang="it-IT" dirty="0">
                <a:solidFill>
                  <a:schemeClr val="bg1"/>
                </a:solidFill>
              </a:rPr>
              <a:t>{</a:t>
            </a:r>
          </a:p>
          <a:p>
            <a:r>
              <a:rPr lang="it-IT" dirty="0">
                <a:solidFill>
                  <a:schemeClr val="bg1"/>
                </a:solidFill>
              </a:rPr>
              <a:t>  "</a:t>
            </a:r>
            <a:r>
              <a:rPr lang="it-IT" dirty="0" err="1">
                <a:solidFill>
                  <a:schemeClr val="bg1"/>
                </a:solidFill>
              </a:rPr>
              <a:t>event_id</a:t>
            </a:r>
            <a:r>
              <a:rPr lang="it-IT" dirty="0">
                <a:solidFill>
                  <a:schemeClr val="bg1"/>
                </a:solidFill>
              </a:rPr>
              <a:t>": "d290f1ee-6c54-4b01-90e6-d701748f0851",     </a:t>
            </a:r>
          </a:p>
          <a:p>
            <a:r>
              <a:rPr lang="it-IT" dirty="0">
                <a:solidFill>
                  <a:schemeClr val="bg1"/>
                </a:solidFill>
              </a:rPr>
              <a:t>  "</a:t>
            </a:r>
            <a:r>
              <a:rPr lang="it-IT" dirty="0" err="1">
                <a:solidFill>
                  <a:schemeClr val="bg1"/>
                </a:solidFill>
              </a:rPr>
              <a:t>ts</a:t>
            </a:r>
            <a:r>
              <a:rPr lang="it-IT" dirty="0">
                <a:solidFill>
                  <a:schemeClr val="bg1"/>
                </a:solidFill>
              </a:rPr>
              <a:t>": "2036-03-09T10:15:30Z",                           </a:t>
            </a:r>
          </a:p>
          <a:p>
            <a:r>
              <a:rPr lang="it-IT" dirty="0">
                <a:solidFill>
                  <a:schemeClr val="bg1"/>
                </a:solidFill>
              </a:rPr>
              <a:t>  "</a:t>
            </a:r>
            <a:r>
              <a:rPr lang="it-IT" dirty="0" err="1">
                <a:solidFill>
                  <a:schemeClr val="bg1"/>
                </a:solidFill>
              </a:rPr>
              <a:t>sensor_id</a:t>
            </a:r>
            <a:r>
              <a:rPr lang="it-IT" dirty="0">
                <a:solidFill>
                  <a:schemeClr val="bg1"/>
                </a:solidFill>
              </a:rPr>
              <a:t>": "</a:t>
            </a:r>
            <a:r>
              <a:rPr lang="it-IT" dirty="0" err="1">
                <a:solidFill>
                  <a:schemeClr val="bg1"/>
                </a:solidFill>
              </a:rPr>
              <a:t>hydroponic_ph_ph_level</a:t>
            </a:r>
            <a:r>
              <a:rPr lang="it-IT" dirty="0">
                <a:solidFill>
                  <a:schemeClr val="bg1"/>
                </a:solidFill>
              </a:rPr>
              <a:t>",</a:t>
            </a:r>
          </a:p>
          <a:p>
            <a:r>
              <a:rPr lang="it-IT" dirty="0">
                <a:solidFill>
                  <a:schemeClr val="bg1"/>
                </a:solidFill>
              </a:rPr>
              <a:t>  "</a:t>
            </a:r>
            <a:r>
              <a:rPr lang="it-IT" dirty="0" err="1">
                <a:solidFill>
                  <a:schemeClr val="bg1"/>
                </a:solidFill>
              </a:rPr>
              <a:t>value</a:t>
            </a:r>
            <a:r>
              <a:rPr lang="it-IT" dirty="0">
                <a:solidFill>
                  <a:schemeClr val="bg1"/>
                </a:solidFill>
              </a:rPr>
              <a:t>": 6.4,</a:t>
            </a:r>
          </a:p>
          <a:p>
            <a:r>
              <a:rPr lang="it-IT" dirty="0">
                <a:solidFill>
                  <a:schemeClr val="bg1"/>
                </a:solidFill>
              </a:rPr>
              <a:t>  "</a:t>
            </a:r>
            <a:r>
              <a:rPr lang="it-IT" dirty="0" err="1">
                <a:solidFill>
                  <a:schemeClr val="bg1"/>
                </a:solidFill>
              </a:rPr>
              <a:t>unit</a:t>
            </a:r>
            <a:r>
              <a:rPr lang="it-IT" dirty="0">
                <a:solidFill>
                  <a:schemeClr val="bg1"/>
                </a:solidFill>
              </a:rPr>
              <a:t>": "pH",</a:t>
            </a:r>
          </a:p>
          <a:p>
            <a:r>
              <a:rPr lang="it-IT" dirty="0">
                <a:solidFill>
                  <a:schemeClr val="bg1"/>
                </a:solidFill>
              </a:rPr>
              <a:t>  "metadata": {</a:t>
            </a:r>
          </a:p>
          <a:p>
            <a:r>
              <a:rPr lang="it-IT" dirty="0">
                <a:solidFill>
                  <a:schemeClr val="bg1"/>
                </a:solidFill>
              </a:rPr>
              <a:t>    "</a:t>
            </a:r>
            <a:r>
              <a:rPr lang="it-IT" dirty="0" err="1">
                <a:solidFill>
                  <a:schemeClr val="bg1"/>
                </a:solidFill>
              </a:rPr>
              <a:t>metric</a:t>
            </a:r>
            <a:r>
              <a:rPr lang="it-IT" dirty="0">
                <a:solidFill>
                  <a:schemeClr val="bg1"/>
                </a:solidFill>
              </a:rPr>
              <a:t>": "</a:t>
            </a:r>
            <a:r>
              <a:rPr lang="it-IT" dirty="0" err="1">
                <a:solidFill>
                  <a:schemeClr val="bg1"/>
                </a:solidFill>
              </a:rPr>
              <a:t>ph_level</a:t>
            </a:r>
            <a:r>
              <a:rPr lang="it-IT" dirty="0">
                <a:solidFill>
                  <a:schemeClr val="bg1"/>
                </a:solidFill>
              </a:rPr>
              <a:t>",</a:t>
            </a:r>
          </a:p>
          <a:p>
            <a:r>
              <a:rPr lang="it-IT" dirty="0">
                <a:solidFill>
                  <a:schemeClr val="bg1"/>
                </a:solidFill>
              </a:rPr>
              <a:t>    "status": "</a:t>
            </a:r>
            <a:r>
              <a:rPr lang="it-IT" dirty="0" err="1">
                <a:solidFill>
                  <a:schemeClr val="bg1"/>
                </a:solidFill>
              </a:rPr>
              <a:t>nominal</a:t>
            </a:r>
            <a:r>
              <a:rPr lang="it-IT" dirty="0">
                <a:solidFill>
                  <a:schemeClr val="bg1"/>
                </a:solidFill>
              </a:rPr>
              <a:t>"</a:t>
            </a:r>
          </a:p>
          <a:p>
            <a:r>
              <a:rPr lang="it-IT" dirty="0">
                <a:solidFill>
                  <a:schemeClr val="bg1"/>
                </a:solidFill>
              </a:rPr>
              <a:t>  }</a:t>
            </a:r>
          </a:p>
          <a:p>
            <a:r>
              <a:rPr lang="it-IT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16287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63C45974-3648-EC2B-C1E7-024D749CE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D6CCF5C2-B101-8116-A28D-78E4F3C5592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7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5A3F5A-0EFD-2B4F-5E9B-27B5CA6E4FC5}"/>
              </a:ext>
            </a:extLst>
          </p:cNvPr>
          <p:cNvSpPr txBox="1"/>
          <p:nvPr/>
        </p:nvSpPr>
        <p:spPr>
          <a:xfrm>
            <a:off x="702439" y="641579"/>
            <a:ext cx="608990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Visual </a:t>
            </a:r>
            <a:r>
              <a:rPr lang="it-IT" dirty="0" err="1">
                <a:solidFill>
                  <a:schemeClr val="bg1"/>
                </a:solidFill>
              </a:rPr>
              <a:t>priority</a:t>
            </a:r>
            <a:r>
              <a:rPr lang="it-IT" dirty="0">
                <a:solidFill>
                  <a:schemeClr val="bg1"/>
                </a:solidFill>
              </a:rPr>
              <a:t>: progress </a:t>
            </a:r>
            <a:r>
              <a:rPr lang="it-IT" dirty="0" err="1">
                <a:solidFill>
                  <a:schemeClr val="bg1"/>
                </a:solidFill>
              </a:rPr>
              <a:t>bars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change</a:t>
            </a:r>
            <a:r>
              <a:rPr lang="it-IT" dirty="0">
                <a:solidFill>
                  <a:schemeClr val="bg1"/>
                </a:solidFill>
              </a:rPr>
              <a:t> color (green-&gt;red) </a:t>
            </a:r>
            <a:r>
              <a:rPr lang="it-IT" dirty="0" err="1">
                <a:solidFill>
                  <a:schemeClr val="bg1"/>
                </a:solidFill>
              </a:rPr>
              <a:t>based</a:t>
            </a:r>
            <a:r>
              <a:rPr lang="it-IT" dirty="0">
                <a:solidFill>
                  <a:schemeClr val="bg1"/>
                </a:solidFill>
              </a:rPr>
              <a:t> on </a:t>
            </a:r>
            <a:r>
              <a:rPr lang="it-IT" dirty="0" err="1">
                <a:solidFill>
                  <a:schemeClr val="bg1"/>
                </a:solidFill>
              </a:rPr>
              <a:t>danger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thresholds</a:t>
            </a:r>
            <a:r>
              <a:rPr lang="it-IT" dirty="0">
                <a:solidFill>
                  <a:schemeClr val="bg1"/>
                </a:solidFill>
              </a:rPr>
              <a:t> (US08)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Transparency</a:t>
            </a:r>
            <a:r>
              <a:rPr lang="it-IT" dirty="0">
                <a:solidFill>
                  <a:schemeClr val="bg1"/>
                </a:solidFill>
              </a:rPr>
              <a:t>: real-time «live» </a:t>
            </a:r>
            <a:r>
              <a:rPr lang="it-IT" dirty="0" err="1">
                <a:solidFill>
                  <a:schemeClr val="bg1"/>
                </a:solidFill>
              </a:rPr>
              <a:t>indicators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verify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that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telemetry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active</a:t>
            </a:r>
            <a:r>
              <a:rPr lang="it-IT" dirty="0">
                <a:solidFill>
                  <a:schemeClr val="bg1"/>
                </a:solidFill>
              </a:rPr>
              <a:t> (US07)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Accountability: a </a:t>
            </a:r>
            <a:r>
              <a:rPr lang="it-IT" dirty="0" err="1">
                <a:solidFill>
                  <a:schemeClr val="bg1"/>
                </a:solidFill>
              </a:rPr>
              <a:t>timestamped</a:t>
            </a:r>
            <a:r>
              <a:rPr lang="it-IT" dirty="0">
                <a:solidFill>
                  <a:schemeClr val="bg1"/>
                </a:solidFill>
              </a:rPr>
              <a:t>, color-</a:t>
            </a:r>
            <a:r>
              <a:rPr lang="it-IT" dirty="0" err="1">
                <a:solidFill>
                  <a:schemeClr val="bg1"/>
                </a:solidFill>
              </a:rPr>
              <a:t>coded</a:t>
            </a:r>
            <a:r>
              <a:rPr lang="it-IT" dirty="0">
                <a:solidFill>
                  <a:schemeClr val="bg1"/>
                </a:solidFill>
              </a:rPr>
              <a:t> Event log tracks </a:t>
            </a:r>
            <a:r>
              <a:rPr lang="it-IT" dirty="0" err="1">
                <a:solidFill>
                  <a:schemeClr val="bg1"/>
                </a:solidFill>
              </a:rPr>
              <a:t>every</a:t>
            </a:r>
            <a:r>
              <a:rPr lang="it-IT" dirty="0">
                <a:solidFill>
                  <a:schemeClr val="bg1"/>
                </a:solidFill>
              </a:rPr>
              <a:t> system action (US19, US20)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Automatic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discovery</a:t>
            </a:r>
            <a:r>
              <a:rPr lang="it-IT" dirty="0">
                <a:solidFill>
                  <a:schemeClr val="bg1"/>
                </a:solidFill>
              </a:rPr>
              <a:t>: the UI </a:t>
            </a:r>
            <a:r>
              <a:rPr lang="it-IT" dirty="0" err="1">
                <a:solidFill>
                  <a:schemeClr val="bg1"/>
                </a:solidFill>
              </a:rPr>
              <a:t>dynamically</a:t>
            </a:r>
            <a:r>
              <a:rPr lang="it-IT" dirty="0">
                <a:solidFill>
                  <a:schemeClr val="bg1"/>
                </a:solidFill>
              </a:rPr>
              <a:t> lists new </a:t>
            </a:r>
            <a:r>
              <a:rPr lang="it-IT" dirty="0" err="1">
                <a:solidFill>
                  <a:schemeClr val="bg1"/>
                </a:solidFill>
              </a:rPr>
              <a:t>actuators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appear</a:t>
            </a:r>
            <a:r>
              <a:rPr lang="it-IT" dirty="0">
                <a:solidFill>
                  <a:schemeClr val="bg1"/>
                </a:solidFill>
              </a:rPr>
              <a:t> in the network (US14)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354992E-D769-868F-5B34-5F1A2F2EB2FF}"/>
              </a:ext>
            </a:extLst>
          </p:cNvPr>
          <p:cNvSpPr txBox="1"/>
          <p:nvPr/>
        </p:nvSpPr>
        <p:spPr>
          <a:xfrm>
            <a:off x="237744" y="115824"/>
            <a:ext cx="326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UI MOCKUP &amp; UX STRATEGY</a:t>
            </a:r>
          </a:p>
        </p:txBody>
      </p:sp>
    </p:spTree>
    <p:extLst>
      <p:ext uri="{BB962C8B-B14F-4D97-AF65-F5344CB8AC3E}">
        <p14:creationId xmlns:p14="http://schemas.microsoft.com/office/powerpoint/2010/main" val="1535107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B3D5D01B-5EDD-EF51-7285-161323E99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E3FD6162-2749-5166-7831-DFCA4AAE9B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8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F041374-43A6-C889-84B1-A961A76739B0}"/>
              </a:ext>
            </a:extLst>
          </p:cNvPr>
          <p:cNvSpPr txBox="1"/>
          <p:nvPr/>
        </p:nvSpPr>
        <p:spPr>
          <a:xfrm>
            <a:off x="627976" y="627369"/>
            <a:ext cx="76992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system </a:t>
            </a:r>
            <a:r>
              <a:rPr lang="it-IT" dirty="0" err="1">
                <a:solidFill>
                  <a:schemeClr val="bg1"/>
                </a:solidFill>
              </a:rPr>
              <a:t>has</a:t>
            </a:r>
            <a:r>
              <a:rPr lang="it-IT" dirty="0">
                <a:solidFill>
                  <a:schemeClr val="bg1"/>
                </a:solidFill>
              </a:rPr>
              <a:t> to </a:t>
            </a:r>
            <a:r>
              <a:rPr lang="it-IT" dirty="0" err="1">
                <a:solidFill>
                  <a:schemeClr val="bg1"/>
                </a:solidFill>
              </a:rPr>
              <a:t>manage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two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very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different</a:t>
            </a:r>
            <a:r>
              <a:rPr lang="it-IT" dirty="0">
                <a:solidFill>
                  <a:schemeClr val="bg1"/>
                </a:solidFill>
              </a:rPr>
              <a:t> data flows (</a:t>
            </a:r>
            <a:r>
              <a:rPr lang="it-IT" dirty="0" err="1">
                <a:solidFill>
                  <a:schemeClr val="bg1"/>
                </a:solidFill>
              </a:rPr>
              <a:t>implemented</a:t>
            </a:r>
            <a:r>
              <a:rPr lang="it-IT" dirty="0">
                <a:solidFill>
                  <a:schemeClr val="bg1"/>
                </a:solidFill>
              </a:rPr>
              <a:t> in the files collector_rest.py and collector_telemetry_ws.py)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REST polling (Pull): </a:t>
            </a:r>
            <a:r>
              <a:rPr lang="it-IT" dirty="0" err="1">
                <a:solidFill>
                  <a:schemeClr val="bg1"/>
                </a:solidFill>
              </a:rPr>
              <a:t>used</a:t>
            </a:r>
            <a:r>
              <a:rPr lang="it-IT" dirty="0">
                <a:solidFill>
                  <a:schemeClr val="bg1"/>
                </a:solidFill>
              </a:rPr>
              <a:t> for discrete </a:t>
            </a:r>
            <a:r>
              <a:rPr lang="it-IT" dirty="0" err="1">
                <a:solidFill>
                  <a:schemeClr val="bg1"/>
                </a:solidFill>
              </a:rPr>
              <a:t>sensors</a:t>
            </a:r>
            <a:r>
              <a:rPr lang="it-IT" dirty="0">
                <a:solidFill>
                  <a:schemeClr val="bg1"/>
                </a:solidFill>
              </a:rPr>
              <a:t> (for </a:t>
            </a:r>
            <a:r>
              <a:rPr lang="it-IT" dirty="0" err="1">
                <a:solidFill>
                  <a:schemeClr val="bg1"/>
                </a:solidFill>
              </a:rPr>
              <a:t>example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greenhouse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temp</a:t>
            </a:r>
            <a:r>
              <a:rPr lang="it-IT" dirty="0">
                <a:solidFill>
                  <a:schemeClr val="bg1"/>
                </a:solidFill>
              </a:rPr>
              <a:t> and water tank </a:t>
            </a:r>
            <a:r>
              <a:rPr lang="it-IT" dirty="0" err="1">
                <a:solidFill>
                  <a:schemeClr val="bg1"/>
                </a:solidFill>
              </a:rPr>
              <a:t>level</a:t>
            </a:r>
            <a:r>
              <a:rPr lang="it-IT" dirty="0">
                <a:solidFill>
                  <a:schemeClr val="bg1"/>
                </a:solidFill>
              </a:rPr>
              <a:t>). The system queries the simulator </a:t>
            </a:r>
            <a:r>
              <a:rPr lang="it-IT" dirty="0" err="1">
                <a:solidFill>
                  <a:schemeClr val="bg1"/>
                </a:solidFill>
              </a:rPr>
              <a:t>at</a:t>
            </a:r>
            <a:r>
              <a:rPr lang="it-IT" dirty="0">
                <a:solidFill>
                  <a:schemeClr val="bg1"/>
                </a:solidFill>
              </a:rPr>
              <a:t> regular </a:t>
            </a:r>
            <a:r>
              <a:rPr lang="it-IT" dirty="0" err="1">
                <a:solidFill>
                  <a:schemeClr val="bg1"/>
                </a:solidFill>
              </a:rPr>
              <a:t>intervals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WebSockets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Telemetry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Push</a:t>
            </a:r>
            <a:r>
              <a:rPr lang="it-IT" dirty="0">
                <a:solidFill>
                  <a:schemeClr val="bg1"/>
                </a:solidFill>
              </a:rPr>
              <a:t>): </a:t>
            </a:r>
            <a:r>
              <a:rPr lang="it-IT" dirty="0" err="1">
                <a:solidFill>
                  <a:schemeClr val="bg1"/>
                </a:solidFill>
              </a:rPr>
              <a:t>this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used</a:t>
            </a:r>
            <a:r>
              <a:rPr lang="it-IT" dirty="0">
                <a:solidFill>
                  <a:schemeClr val="bg1"/>
                </a:solidFill>
              </a:rPr>
              <a:t> for high-frequency data (for </a:t>
            </a:r>
            <a:r>
              <a:rPr lang="it-IT" dirty="0" err="1">
                <a:solidFill>
                  <a:schemeClr val="bg1"/>
                </a:solidFill>
              </a:rPr>
              <a:t>example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radiation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levels</a:t>
            </a:r>
            <a:r>
              <a:rPr lang="it-IT" dirty="0">
                <a:solidFill>
                  <a:schemeClr val="bg1"/>
                </a:solidFill>
              </a:rPr>
              <a:t>, power bus and </a:t>
            </a:r>
            <a:r>
              <a:rPr lang="it-IT" dirty="0" err="1">
                <a:solidFill>
                  <a:schemeClr val="bg1"/>
                </a:solidFill>
              </a:rPr>
              <a:t>airload</a:t>
            </a:r>
            <a:r>
              <a:rPr lang="it-IT" dirty="0">
                <a:solidFill>
                  <a:schemeClr val="bg1"/>
                </a:solidFill>
              </a:rPr>
              <a:t>). The system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always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listening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receives</a:t>
            </a:r>
            <a:r>
              <a:rPr lang="it-IT" dirty="0">
                <a:solidFill>
                  <a:schemeClr val="bg1"/>
                </a:solidFill>
              </a:rPr>
              <a:t> data </a:t>
            </a:r>
            <a:r>
              <a:rPr lang="it-IT" dirty="0" err="1">
                <a:solidFill>
                  <a:schemeClr val="bg1"/>
                </a:solidFill>
              </a:rPr>
              <a:t>as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soon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they</a:t>
            </a:r>
            <a:r>
              <a:rPr lang="it-IT" dirty="0">
                <a:solidFill>
                  <a:schemeClr val="bg1"/>
                </a:solidFill>
              </a:rPr>
              <a:t> are </a:t>
            </a:r>
            <a:r>
              <a:rPr lang="it-IT" dirty="0" err="1">
                <a:solidFill>
                  <a:schemeClr val="bg1"/>
                </a:solidFill>
              </a:rPr>
              <a:t>generated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Decoupling: </a:t>
            </a:r>
            <a:r>
              <a:rPr lang="it-IT" dirty="0" err="1">
                <a:solidFill>
                  <a:schemeClr val="bg1"/>
                </a:solidFill>
              </a:rPr>
              <a:t>collectors’s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only</a:t>
            </a:r>
            <a:r>
              <a:rPr lang="it-IT" dirty="0">
                <a:solidFill>
                  <a:schemeClr val="bg1"/>
                </a:solidFill>
              </a:rPr>
              <a:t> job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to fetch </a:t>
            </a:r>
            <a:r>
              <a:rPr lang="it-IT" dirty="0" err="1">
                <a:solidFill>
                  <a:schemeClr val="bg1"/>
                </a:solidFill>
              </a:rPr>
              <a:t>raw</a:t>
            </a:r>
            <a:r>
              <a:rPr lang="it-IT" dirty="0">
                <a:solidFill>
                  <a:schemeClr val="bg1"/>
                </a:solidFill>
              </a:rPr>
              <a:t> data and pass </a:t>
            </a:r>
            <a:r>
              <a:rPr lang="it-IT" dirty="0" err="1">
                <a:solidFill>
                  <a:schemeClr val="bg1"/>
                </a:solidFill>
              </a:rPr>
              <a:t>it</a:t>
            </a:r>
            <a:r>
              <a:rPr lang="it-IT" dirty="0">
                <a:solidFill>
                  <a:schemeClr val="bg1"/>
                </a:solidFill>
              </a:rPr>
              <a:t> to the </a:t>
            </a:r>
            <a:r>
              <a:rPr lang="it-IT" dirty="0" err="1">
                <a:solidFill>
                  <a:schemeClr val="bg1"/>
                </a:solidFill>
              </a:rPr>
              <a:t>Normalizer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CBAFFF3-5909-E216-C0AA-A6DE2CDBDFE0}"/>
              </a:ext>
            </a:extLst>
          </p:cNvPr>
          <p:cNvSpPr txBox="1"/>
          <p:nvPr/>
        </p:nvSpPr>
        <p:spPr>
          <a:xfrm>
            <a:off x="178271" y="115824"/>
            <a:ext cx="5882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INGESTION STRATEGY – HETEROGENEOUS SOURCES</a:t>
            </a:r>
          </a:p>
        </p:txBody>
      </p:sp>
    </p:spTree>
    <p:extLst>
      <p:ext uri="{BB962C8B-B14F-4D97-AF65-F5344CB8AC3E}">
        <p14:creationId xmlns:p14="http://schemas.microsoft.com/office/powerpoint/2010/main" val="1252480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4D8DE0EC-F4DE-F027-720B-489706514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8E24656C-246B-1249-555D-77A7179B58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9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ADC17F3-C5A9-79F8-9EFB-33EF26DA91E1}"/>
              </a:ext>
            </a:extLst>
          </p:cNvPr>
          <p:cNvSpPr txBox="1"/>
          <p:nvPr/>
        </p:nvSpPr>
        <p:spPr>
          <a:xfrm>
            <a:off x="237744" y="621792"/>
            <a:ext cx="789432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 err="1">
                <a:solidFill>
                  <a:schemeClr val="bg1"/>
                </a:solidFill>
              </a:rPr>
              <a:t>Every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sensor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type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has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own</a:t>
            </a:r>
            <a:r>
              <a:rPr lang="it-IT" dirty="0">
                <a:solidFill>
                  <a:schemeClr val="bg1"/>
                </a:solidFill>
              </a:rPr>
              <a:t> data schema. The normalizer.py file </a:t>
            </a:r>
            <a:r>
              <a:rPr lang="it-IT" dirty="0" err="1">
                <a:solidFill>
                  <a:schemeClr val="bg1"/>
                </a:solidFill>
              </a:rPr>
              <a:t>it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fundamental</a:t>
            </a:r>
            <a:r>
              <a:rPr lang="it-IT" dirty="0">
                <a:solidFill>
                  <a:schemeClr val="bg1"/>
                </a:solidFill>
              </a:rPr>
              <a:t> to </a:t>
            </a:r>
            <a:r>
              <a:rPr lang="it-IT" dirty="0" err="1">
                <a:solidFill>
                  <a:schemeClr val="bg1"/>
                </a:solidFill>
              </a:rPr>
              <a:t>keep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our</a:t>
            </a:r>
            <a:r>
              <a:rPr lang="it-IT" dirty="0">
                <a:solidFill>
                  <a:schemeClr val="bg1"/>
                </a:solidFill>
              </a:rPr>
              <a:t> data </a:t>
            </a:r>
            <a:r>
              <a:rPr lang="it-IT" dirty="0" err="1">
                <a:solidFill>
                  <a:schemeClr val="bg1"/>
                </a:solidFill>
              </a:rPr>
              <a:t>consistent</a:t>
            </a:r>
            <a:r>
              <a:rPr lang="it-IT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Dispatcher</a:t>
            </a:r>
            <a:r>
              <a:rPr lang="it-IT" dirty="0">
                <a:solidFill>
                  <a:schemeClr val="bg1"/>
                </a:solidFill>
              </a:rPr>
              <a:t> Pattern: the </a:t>
            </a:r>
            <a:r>
              <a:rPr lang="it-IT" dirty="0" err="1">
                <a:solidFill>
                  <a:schemeClr val="bg1"/>
                </a:solidFill>
              </a:rPr>
              <a:t>normalize_event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function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receives</a:t>
            </a:r>
            <a:r>
              <a:rPr lang="it-IT" dirty="0">
                <a:solidFill>
                  <a:schemeClr val="bg1"/>
                </a:solidFill>
              </a:rPr>
              <a:t> a «</a:t>
            </a:r>
            <a:r>
              <a:rPr lang="it-IT" dirty="0" err="1">
                <a:solidFill>
                  <a:schemeClr val="bg1"/>
                </a:solidFill>
              </a:rPr>
              <a:t>schema_type</a:t>
            </a:r>
            <a:r>
              <a:rPr lang="it-IT" dirty="0">
                <a:solidFill>
                  <a:schemeClr val="bg1"/>
                </a:solidFill>
              </a:rPr>
              <a:t>» and </a:t>
            </a:r>
            <a:r>
              <a:rPr lang="it-IT" dirty="0" err="1">
                <a:solidFill>
                  <a:schemeClr val="bg1"/>
                </a:solidFill>
              </a:rPr>
              <a:t>routes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packer</a:t>
            </a:r>
            <a:r>
              <a:rPr lang="it-IT" dirty="0">
                <a:solidFill>
                  <a:schemeClr val="bg1"/>
                </a:solidFill>
              </a:rPr>
              <a:t> to a </a:t>
            </a:r>
            <a:r>
              <a:rPr lang="it-IT" dirty="0" err="1">
                <a:solidFill>
                  <a:schemeClr val="bg1"/>
                </a:solidFill>
              </a:rPr>
              <a:t>specific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handler</a:t>
            </a:r>
            <a:r>
              <a:rPr lang="it-IT" dirty="0">
                <a:solidFill>
                  <a:schemeClr val="bg1"/>
                </a:solidFill>
              </a:rPr>
              <a:t> (for </a:t>
            </a:r>
            <a:r>
              <a:rPr lang="it-IT" dirty="0" err="1">
                <a:solidFill>
                  <a:schemeClr val="bg1"/>
                </a:solidFill>
              </a:rPr>
              <a:t>esample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normalize_rest_scalar</a:t>
            </a:r>
            <a:r>
              <a:rPr lang="it-IT" dirty="0">
                <a:solidFill>
                  <a:schemeClr val="bg1"/>
                </a:solidFill>
              </a:rPr>
              <a:t> or </a:t>
            </a:r>
            <a:r>
              <a:rPr lang="it-IT" dirty="0" err="1">
                <a:solidFill>
                  <a:schemeClr val="bg1"/>
                </a:solidFill>
              </a:rPr>
              <a:t>topic_power</a:t>
            </a:r>
            <a:r>
              <a:rPr lang="it-IT" dirty="0">
                <a:solidFill>
                  <a:schemeClr val="bg1"/>
                </a:solidFill>
              </a:rPr>
              <a:t>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UUID &amp; </a:t>
            </a:r>
            <a:r>
              <a:rPr lang="it-IT" dirty="0" err="1">
                <a:solidFill>
                  <a:schemeClr val="bg1"/>
                </a:solidFill>
              </a:rPr>
              <a:t>timestamps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every</a:t>
            </a:r>
            <a:r>
              <a:rPr lang="it-IT" dirty="0">
                <a:solidFill>
                  <a:schemeClr val="bg1"/>
                </a:solidFill>
              </a:rPr>
              <a:t> event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assigned</a:t>
            </a:r>
            <a:r>
              <a:rPr lang="it-IT" dirty="0">
                <a:solidFill>
                  <a:schemeClr val="bg1"/>
                </a:solidFill>
              </a:rPr>
              <a:t> to a </a:t>
            </a:r>
            <a:r>
              <a:rPr lang="it-IT" dirty="0" err="1">
                <a:solidFill>
                  <a:schemeClr val="bg1"/>
                </a:solidFill>
              </a:rPr>
              <a:t>unique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identifier</a:t>
            </a:r>
            <a:r>
              <a:rPr lang="it-IT" dirty="0">
                <a:solidFill>
                  <a:schemeClr val="bg1"/>
                </a:solidFill>
              </a:rPr>
              <a:t> (uuid4) and </a:t>
            </a:r>
            <a:r>
              <a:rPr lang="it-IT" dirty="0" err="1">
                <a:solidFill>
                  <a:schemeClr val="bg1"/>
                </a:solidFill>
              </a:rPr>
              <a:t>preserves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original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capture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timestamp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Standard output: </a:t>
            </a:r>
            <a:r>
              <a:rPr lang="it-IT" dirty="0" err="1">
                <a:solidFill>
                  <a:schemeClr val="bg1"/>
                </a:solidFill>
              </a:rPr>
              <a:t>it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doesn’t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matter</a:t>
            </a:r>
            <a:r>
              <a:rPr lang="it-IT" dirty="0">
                <a:solidFill>
                  <a:schemeClr val="bg1"/>
                </a:solidFill>
              </a:rPr>
              <a:t> the source of the data, the output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a </a:t>
            </a:r>
            <a:r>
              <a:rPr lang="it-IT" dirty="0" err="1">
                <a:solidFill>
                  <a:schemeClr val="bg1"/>
                </a:solidFill>
              </a:rPr>
              <a:t>standardized</a:t>
            </a:r>
            <a:r>
              <a:rPr lang="it-IT" dirty="0">
                <a:solidFill>
                  <a:schemeClr val="bg1"/>
                </a:solidFill>
              </a:rPr>
              <a:t> JSON </a:t>
            </a:r>
            <a:r>
              <a:rPr lang="it-IT" dirty="0" err="1">
                <a:solidFill>
                  <a:schemeClr val="bg1"/>
                </a:solidFill>
              </a:rPr>
              <a:t>object</a:t>
            </a:r>
            <a:r>
              <a:rPr lang="it-IT" dirty="0">
                <a:solidFill>
                  <a:schemeClr val="bg1"/>
                </a:solidFill>
              </a:rPr>
              <a:t> ready for the </a:t>
            </a:r>
            <a:r>
              <a:rPr lang="it-IT" dirty="0" err="1">
                <a:solidFill>
                  <a:schemeClr val="bg1"/>
                </a:solidFill>
              </a:rPr>
              <a:t>message</a:t>
            </a:r>
            <a:r>
              <a:rPr lang="it-IT" dirty="0">
                <a:solidFill>
                  <a:schemeClr val="bg1"/>
                </a:solidFill>
              </a:rPr>
              <a:t> bus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5A34788-547E-86EF-FDFD-45D3AD68A2C2}"/>
              </a:ext>
            </a:extLst>
          </p:cNvPr>
          <p:cNvSpPr txBox="1"/>
          <p:nvPr/>
        </p:nvSpPr>
        <p:spPr>
          <a:xfrm>
            <a:off x="237744" y="115824"/>
            <a:ext cx="326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NORMALIZER</a:t>
            </a:r>
          </a:p>
        </p:txBody>
      </p:sp>
    </p:spTree>
    <p:extLst>
      <p:ext uri="{BB962C8B-B14F-4D97-AF65-F5344CB8AC3E}">
        <p14:creationId xmlns:p14="http://schemas.microsoft.com/office/powerpoint/2010/main" val="3804907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0D057F6-3902-DA9C-4193-95DA1F314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88CD76B3-FD76-AC6C-3198-E6A41CDF56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10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F8FFFD2-4C3B-FB6D-EE29-082A2B87BCF9}"/>
              </a:ext>
            </a:extLst>
          </p:cNvPr>
          <p:cNvSpPr txBox="1"/>
          <p:nvPr/>
        </p:nvSpPr>
        <p:spPr>
          <a:xfrm>
            <a:off x="660867" y="577821"/>
            <a:ext cx="691286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 err="1">
                <a:solidFill>
                  <a:schemeClr val="bg1"/>
                </a:solidFill>
              </a:rPr>
              <a:t>We</a:t>
            </a:r>
            <a:r>
              <a:rPr lang="it-IT" dirty="0">
                <a:solidFill>
                  <a:schemeClr val="bg1"/>
                </a:solidFill>
              </a:rPr>
              <a:t> use Kafka in </a:t>
            </a:r>
            <a:r>
              <a:rPr lang="it-IT" dirty="0" err="1">
                <a:solidFill>
                  <a:schemeClr val="bg1"/>
                </a:solidFill>
              </a:rPr>
              <a:t>this</a:t>
            </a:r>
            <a:r>
              <a:rPr lang="it-IT" dirty="0">
                <a:solidFill>
                  <a:schemeClr val="bg1"/>
                </a:solidFill>
              </a:rPr>
              <a:t> part, </a:t>
            </a:r>
            <a:r>
              <a:rPr lang="it-IT" dirty="0" err="1">
                <a:solidFill>
                  <a:schemeClr val="bg1"/>
                </a:solidFill>
              </a:rPr>
              <a:t>which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gives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us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Asynchronicity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if</a:t>
            </a:r>
            <a:r>
              <a:rPr lang="it-IT" dirty="0">
                <a:solidFill>
                  <a:schemeClr val="bg1"/>
                </a:solidFill>
              </a:rPr>
              <a:t> the Rules Engine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busy</a:t>
            </a:r>
            <a:r>
              <a:rPr lang="it-IT" dirty="0">
                <a:solidFill>
                  <a:schemeClr val="bg1"/>
                </a:solidFill>
              </a:rPr>
              <a:t> or offline, the data </a:t>
            </a:r>
            <a:r>
              <a:rPr lang="it-IT" dirty="0" err="1">
                <a:solidFill>
                  <a:schemeClr val="bg1"/>
                </a:solidFill>
              </a:rPr>
              <a:t>doesn’t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get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lost</a:t>
            </a:r>
            <a:r>
              <a:rPr lang="it-IT" dirty="0">
                <a:solidFill>
                  <a:schemeClr val="bg1"/>
                </a:solidFill>
              </a:rPr>
              <a:t>. </a:t>
            </a:r>
            <a:r>
              <a:rPr lang="it-IT" dirty="0" err="1">
                <a:solidFill>
                  <a:schemeClr val="bg1"/>
                </a:solidFill>
              </a:rPr>
              <a:t>It</a:t>
            </a:r>
            <a:r>
              <a:rPr lang="it-IT" dirty="0">
                <a:solidFill>
                  <a:schemeClr val="bg1"/>
                </a:solidFill>
              </a:rPr>
              <a:t> stays in the </a:t>
            </a:r>
            <a:r>
              <a:rPr lang="it-IT" dirty="0" err="1">
                <a:solidFill>
                  <a:schemeClr val="bg1"/>
                </a:solidFill>
              </a:rPr>
              <a:t>mars_normalized_events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topic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Scalability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we</a:t>
            </a:r>
            <a:r>
              <a:rPr lang="it-IT" dirty="0">
                <a:solidFill>
                  <a:schemeClr val="bg1"/>
                </a:solidFill>
              </a:rPr>
              <a:t> can </a:t>
            </a:r>
            <a:r>
              <a:rPr lang="it-IT" dirty="0" err="1">
                <a:solidFill>
                  <a:schemeClr val="bg1"/>
                </a:solidFill>
              </a:rPr>
              <a:t>add</a:t>
            </a:r>
            <a:r>
              <a:rPr lang="it-IT" dirty="0">
                <a:solidFill>
                  <a:schemeClr val="bg1"/>
                </a:solidFill>
              </a:rPr>
              <a:t> infinite </a:t>
            </a:r>
            <a:r>
              <a:rPr lang="it-IT" dirty="0" err="1">
                <a:solidFill>
                  <a:schemeClr val="bg1"/>
                </a:solidFill>
              </a:rPr>
              <a:t>collectors</a:t>
            </a:r>
            <a:r>
              <a:rPr lang="it-IT" dirty="0">
                <a:solidFill>
                  <a:schemeClr val="bg1"/>
                </a:solidFill>
              </a:rPr>
              <a:t> or consumers (for </a:t>
            </a:r>
            <a:r>
              <a:rPr lang="it-IT" dirty="0" err="1">
                <a:solidFill>
                  <a:schemeClr val="bg1"/>
                </a:solidFill>
              </a:rPr>
              <a:t>example</a:t>
            </a:r>
            <a:r>
              <a:rPr lang="it-IT" dirty="0">
                <a:solidFill>
                  <a:schemeClr val="bg1"/>
                </a:solidFill>
              </a:rPr>
              <a:t> a database for history or an AI </a:t>
            </a:r>
            <a:r>
              <a:rPr lang="it-IT" dirty="0" err="1">
                <a:solidFill>
                  <a:schemeClr val="bg1"/>
                </a:solidFill>
              </a:rPr>
              <a:t>module</a:t>
            </a:r>
            <a:r>
              <a:rPr lang="it-IT" dirty="0">
                <a:solidFill>
                  <a:schemeClr val="bg1"/>
                </a:solidFill>
              </a:rPr>
              <a:t>) </a:t>
            </a:r>
            <a:r>
              <a:rPr lang="it-IT" dirty="0" err="1">
                <a:solidFill>
                  <a:schemeClr val="bg1"/>
                </a:solidFill>
              </a:rPr>
              <a:t>without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changing</a:t>
            </a:r>
            <a:r>
              <a:rPr lang="it-IT" dirty="0">
                <a:solidFill>
                  <a:schemeClr val="bg1"/>
                </a:solidFill>
              </a:rPr>
              <a:t> a single line of </a:t>
            </a:r>
            <a:r>
              <a:rPr lang="it-IT" dirty="0" err="1">
                <a:solidFill>
                  <a:schemeClr val="bg1"/>
                </a:solidFill>
              </a:rPr>
              <a:t>collector</a:t>
            </a:r>
            <a:r>
              <a:rPr lang="it-IT" dirty="0">
                <a:solidFill>
                  <a:schemeClr val="bg1"/>
                </a:solidFill>
              </a:rPr>
              <a:t> code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Reliability: </a:t>
            </a:r>
            <a:r>
              <a:rPr lang="it-IT" dirty="0" err="1">
                <a:solidFill>
                  <a:schemeClr val="bg1"/>
                </a:solidFill>
              </a:rPr>
              <a:t>there’s</a:t>
            </a:r>
            <a:r>
              <a:rPr lang="it-IT" dirty="0">
                <a:solidFill>
                  <a:schemeClr val="bg1"/>
                </a:solidFill>
              </a:rPr>
              <a:t> a </a:t>
            </a:r>
            <a:r>
              <a:rPr lang="it-IT" dirty="0" err="1">
                <a:solidFill>
                  <a:schemeClr val="bg1"/>
                </a:solidFill>
              </a:rPr>
              <a:t>built</a:t>
            </a:r>
            <a:r>
              <a:rPr lang="it-IT" dirty="0">
                <a:solidFill>
                  <a:schemeClr val="bg1"/>
                </a:solidFill>
              </a:rPr>
              <a:t>-in </a:t>
            </a:r>
            <a:r>
              <a:rPr lang="it-IT" dirty="0" err="1">
                <a:solidFill>
                  <a:schemeClr val="bg1"/>
                </a:solidFill>
              </a:rPr>
              <a:t>error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handling</a:t>
            </a:r>
            <a:r>
              <a:rPr lang="it-IT" dirty="0">
                <a:solidFill>
                  <a:schemeClr val="bg1"/>
                </a:solidFill>
              </a:rPr>
              <a:t> (for </a:t>
            </a:r>
            <a:r>
              <a:rPr lang="it-IT" dirty="0" err="1">
                <a:solidFill>
                  <a:schemeClr val="bg1"/>
                </a:solidFill>
              </a:rPr>
              <a:t>example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while</a:t>
            </a:r>
            <a:r>
              <a:rPr lang="it-IT" dirty="0">
                <a:solidFill>
                  <a:schemeClr val="bg1"/>
                </a:solidFill>
              </a:rPr>
              <a:t> producer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None loop in </a:t>
            </a:r>
            <a:r>
              <a:rPr lang="it-IT" dirty="0" err="1">
                <a:solidFill>
                  <a:schemeClr val="bg1"/>
                </a:solidFill>
              </a:rPr>
              <a:t>collectors</a:t>
            </a:r>
            <a:r>
              <a:rPr lang="it-IT" dirty="0">
                <a:solidFill>
                  <a:schemeClr val="bg1"/>
                </a:solidFill>
              </a:rPr>
              <a:t> to </a:t>
            </a:r>
            <a:r>
              <a:rPr lang="it-IT" dirty="0" err="1">
                <a:solidFill>
                  <a:schemeClr val="bg1"/>
                </a:solidFill>
              </a:rPr>
              <a:t>wait</a:t>
            </a:r>
            <a:r>
              <a:rPr lang="it-IT" dirty="0">
                <a:solidFill>
                  <a:schemeClr val="bg1"/>
                </a:solidFill>
              </a:rPr>
              <a:t> for the broker to be ready)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4E53FD5-B082-907F-4E12-E0A5BCEB5473}"/>
              </a:ext>
            </a:extLst>
          </p:cNvPr>
          <p:cNvSpPr txBox="1"/>
          <p:nvPr/>
        </p:nvSpPr>
        <p:spPr>
          <a:xfrm>
            <a:off x="237744" y="115824"/>
            <a:ext cx="3267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MESSAGING WITH APACHE KAFKA</a:t>
            </a:r>
          </a:p>
        </p:txBody>
      </p:sp>
    </p:spTree>
    <p:extLst>
      <p:ext uri="{BB962C8B-B14F-4D97-AF65-F5344CB8AC3E}">
        <p14:creationId xmlns:p14="http://schemas.microsoft.com/office/powerpoint/2010/main" val="203472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43EB891-C11B-8589-EF2E-A7E0AAAC5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3C67026D-FD05-F189-D944-CD5893CE6D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11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868C656-5E73-863B-DEC5-DEFAA419DED9}"/>
              </a:ext>
            </a:extLst>
          </p:cNvPr>
          <p:cNvSpPr txBox="1"/>
          <p:nvPr/>
        </p:nvSpPr>
        <p:spPr>
          <a:xfrm>
            <a:off x="673058" y="598508"/>
            <a:ext cx="64495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collector_rest.py file </a:t>
            </a:r>
            <a:r>
              <a:rPr lang="it-IT" dirty="0" err="1">
                <a:solidFill>
                  <a:schemeClr val="bg1"/>
                </a:solidFill>
              </a:rPr>
              <a:t>does</a:t>
            </a:r>
            <a:r>
              <a:rPr lang="it-IT" dirty="0">
                <a:solidFill>
                  <a:schemeClr val="bg1"/>
                </a:solidFill>
              </a:rPr>
              <a:t> the following: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Configuration</a:t>
            </a:r>
            <a:r>
              <a:rPr lang="it-IT" dirty="0">
                <a:solidFill>
                  <a:schemeClr val="bg1"/>
                </a:solidFill>
              </a:rPr>
              <a:t>: a REST_SENSORS list </a:t>
            </a:r>
            <a:r>
              <a:rPr lang="it-IT" dirty="0" err="1">
                <a:solidFill>
                  <a:schemeClr val="bg1"/>
                </a:solidFill>
              </a:rPr>
              <a:t>maps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every</a:t>
            </a:r>
            <a:r>
              <a:rPr lang="it-IT" dirty="0">
                <a:solidFill>
                  <a:schemeClr val="bg1"/>
                </a:solidFill>
              </a:rPr>
              <a:t> endpoint to a </a:t>
            </a:r>
            <a:r>
              <a:rPr lang="it-IT" dirty="0" err="1">
                <a:solidFill>
                  <a:schemeClr val="bg1"/>
                </a:solidFill>
              </a:rPr>
              <a:t>specific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normalization</a:t>
            </a:r>
            <a:r>
              <a:rPr lang="it-IT" dirty="0">
                <a:solidFill>
                  <a:schemeClr val="bg1"/>
                </a:solidFill>
              </a:rPr>
              <a:t> schema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Robustness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uses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response.raise_for_status</a:t>
            </a:r>
            <a:r>
              <a:rPr lang="it-IT" dirty="0">
                <a:solidFill>
                  <a:schemeClr val="bg1"/>
                </a:solidFill>
              </a:rPr>
              <a:t>() and </a:t>
            </a:r>
            <a:r>
              <a:rPr lang="it-IT" dirty="0" err="1">
                <a:solidFill>
                  <a:schemeClr val="bg1"/>
                </a:solidFill>
              </a:rPr>
              <a:t>try-except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blocks</a:t>
            </a:r>
            <a:r>
              <a:rPr lang="it-IT" dirty="0">
                <a:solidFill>
                  <a:schemeClr val="bg1"/>
                </a:solidFill>
              </a:rPr>
              <a:t> to handle </a:t>
            </a:r>
            <a:r>
              <a:rPr lang="it-IT" dirty="0" err="1">
                <a:solidFill>
                  <a:schemeClr val="bg1"/>
                </a:solidFill>
              </a:rPr>
              <a:t>Martian</a:t>
            </a:r>
            <a:r>
              <a:rPr lang="it-IT" dirty="0">
                <a:solidFill>
                  <a:schemeClr val="bg1"/>
                </a:solidFill>
              </a:rPr>
              <a:t> network </a:t>
            </a:r>
            <a:r>
              <a:rPr lang="it-IT" dirty="0" err="1">
                <a:solidFill>
                  <a:schemeClr val="bg1"/>
                </a:solidFill>
              </a:rPr>
              <a:t>failures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Ingestion</a:t>
            </a:r>
            <a:r>
              <a:rPr lang="it-IT" dirty="0">
                <a:solidFill>
                  <a:schemeClr val="bg1"/>
                </a:solidFill>
              </a:rPr>
              <a:t> Loop: a </a:t>
            </a:r>
            <a:r>
              <a:rPr lang="it-IT" dirty="0" err="1">
                <a:solidFill>
                  <a:schemeClr val="bg1"/>
                </a:solidFill>
              </a:rPr>
              <a:t>continuous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while</a:t>
            </a:r>
            <a:r>
              <a:rPr lang="it-IT" dirty="0">
                <a:solidFill>
                  <a:schemeClr val="bg1"/>
                </a:solidFill>
              </a:rPr>
              <a:t> True </a:t>
            </a:r>
            <a:r>
              <a:rPr lang="it-IT" dirty="0" err="1">
                <a:solidFill>
                  <a:schemeClr val="bg1"/>
                </a:solidFill>
              </a:rPr>
              <a:t>cycle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ensures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constant</a:t>
            </a:r>
            <a:r>
              <a:rPr lang="it-IT" dirty="0">
                <a:solidFill>
                  <a:schemeClr val="bg1"/>
                </a:solidFill>
              </a:rPr>
              <a:t> monitoring </a:t>
            </a:r>
            <a:r>
              <a:rPr lang="it-IT" dirty="0" err="1">
                <a:solidFill>
                  <a:schemeClr val="bg1"/>
                </a:solidFill>
              </a:rPr>
              <a:t>without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interruprions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DB5E0C7-B46E-4B4C-F18C-BC0EAB6D33BC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DEEP DIVE: REST COLLECTOR CODE</a:t>
            </a:r>
          </a:p>
        </p:txBody>
      </p:sp>
    </p:spTree>
    <p:extLst>
      <p:ext uri="{BB962C8B-B14F-4D97-AF65-F5344CB8AC3E}">
        <p14:creationId xmlns:p14="http://schemas.microsoft.com/office/powerpoint/2010/main" val="3894727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9E1769D0-EFF3-06C0-094C-5164167C0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9B6828BE-3E13-6E2D-FCE4-41B76204B8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12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083BDCA-4F8E-8FE1-97E7-38F672512A0D}"/>
              </a:ext>
            </a:extLst>
          </p:cNvPr>
          <p:cNvSpPr txBox="1"/>
          <p:nvPr/>
        </p:nvSpPr>
        <p:spPr>
          <a:xfrm>
            <a:off x="650573" y="583517"/>
            <a:ext cx="64495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collector_telemetry_ws.py file </a:t>
            </a:r>
            <a:r>
              <a:rPr lang="it-IT" dirty="0" err="1">
                <a:solidFill>
                  <a:schemeClr val="bg1"/>
                </a:solidFill>
              </a:rPr>
              <a:t>does</a:t>
            </a:r>
            <a:r>
              <a:rPr lang="it-IT" dirty="0">
                <a:solidFill>
                  <a:schemeClr val="bg1"/>
                </a:solidFill>
              </a:rPr>
              <a:t> the following: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Concurrency</a:t>
            </a:r>
            <a:r>
              <a:rPr lang="it-IT" dirty="0">
                <a:solidFill>
                  <a:schemeClr val="bg1"/>
                </a:solidFill>
              </a:rPr>
              <a:t> with </a:t>
            </a:r>
            <a:r>
              <a:rPr lang="it-IT" dirty="0" err="1">
                <a:solidFill>
                  <a:schemeClr val="bg1"/>
                </a:solidFill>
              </a:rPr>
              <a:t>asyncio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manages</a:t>
            </a:r>
            <a:r>
              <a:rPr lang="it-IT" dirty="0">
                <a:solidFill>
                  <a:schemeClr val="bg1"/>
                </a:solidFill>
              </a:rPr>
              <a:t> multiple </a:t>
            </a:r>
            <a:r>
              <a:rPr lang="it-IT" dirty="0" err="1">
                <a:solidFill>
                  <a:schemeClr val="bg1"/>
                </a:solidFill>
              </a:rPr>
              <a:t>WebSocket</a:t>
            </a:r>
            <a:r>
              <a:rPr lang="it-IT" dirty="0">
                <a:solidFill>
                  <a:schemeClr val="bg1"/>
                </a:solidFill>
              </a:rPr>
              <a:t> streams </a:t>
            </a:r>
            <a:r>
              <a:rPr lang="it-IT" dirty="0" err="1">
                <a:solidFill>
                  <a:schemeClr val="bg1"/>
                </a:solidFill>
              </a:rPr>
              <a:t>together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without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blocking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execution</a:t>
            </a:r>
            <a:r>
              <a:rPr lang="it-IT" dirty="0">
                <a:solidFill>
                  <a:schemeClr val="bg1"/>
                </a:solidFill>
              </a:rPr>
              <a:t> flow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Auto-</a:t>
            </a:r>
            <a:r>
              <a:rPr lang="it-IT" dirty="0" err="1">
                <a:solidFill>
                  <a:schemeClr val="bg1"/>
                </a:solidFill>
              </a:rPr>
              <a:t>healing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if</a:t>
            </a:r>
            <a:r>
              <a:rPr lang="it-IT" dirty="0">
                <a:solidFill>
                  <a:schemeClr val="bg1"/>
                </a:solidFill>
              </a:rPr>
              <a:t> a connection drops, the system </a:t>
            </a:r>
            <a:r>
              <a:rPr lang="it-IT" dirty="0" err="1">
                <a:solidFill>
                  <a:schemeClr val="bg1"/>
                </a:solidFill>
              </a:rPr>
              <a:t>waits</a:t>
            </a:r>
            <a:r>
              <a:rPr lang="it-IT" dirty="0">
                <a:solidFill>
                  <a:schemeClr val="bg1"/>
                </a:solidFill>
              </a:rPr>
              <a:t> 3 seconds and </a:t>
            </a:r>
            <a:r>
              <a:rPr lang="it-IT" dirty="0" err="1">
                <a:solidFill>
                  <a:schemeClr val="bg1"/>
                </a:solidFill>
              </a:rPr>
              <a:t>attemps</a:t>
            </a:r>
            <a:r>
              <a:rPr lang="it-IT" dirty="0">
                <a:solidFill>
                  <a:schemeClr val="bg1"/>
                </a:solidFill>
              </a:rPr>
              <a:t> an </a:t>
            </a:r>
            <a:r>
              <a:rPr lang="it-IT" dirty="0" err="1">
                <a:solidFill>
                  <a:schemeClr val="bg1"/>
                </a:solidFill>
              </a:rPr>
              <a:t>automatic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reconnection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await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asyncio.sleep</a:t>
            </a:r>
            <a:r>
              <a:rPr lang="it-IT" dirty="0">
                <a:solidFill>
                  <a:schemeClr val="bg1"/>
                </a:solidFill>
              </a:rPr>
              <a:t>(3))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Efficiency</a:t>
            </a:r>
            <a:r>
              <a:rPr lang="it-IT" dirty="0">
                <a:solidFill>
                  <a:schemeClr val="bg1"/>
                </a:solidFill>
              </a:rPr>
              <a:t>: data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pushed</a:t>
            </a:r>
            <a:r>
              <a:rPr lang="it-IT" dirty="0">
                <a:solidFill>
                  <a:schemeClr val="bg1"/>
                </a:solidFill>
              </a:rPr>
              <a:t> to Kafka in real-time, </a:t>
            </a:r>
            <a:r>
              <a:rPr lang="it-IT" dirty="0" err="1">
                <a:solidFill>
                  <a:schemeClr val="bg1"/>
                </a:solidFill>
              </a:rPr>
              <a:t>ensuring</a:t>
            </a:r>
            <a:r>
              <a:rPr lang="it-IT" dirty="0">
                <a:solidFill>
                  <a:schemeClr val="bg1"/>
                </a:solidFill>
              </a:rPr>
              <a:t> the dashboard </a:t>
            </a:r>
            <a:r>
              <a:rPr lang="it-IT" dirty="0" err="1">
                <a:solidFill>
                  <a:schemeClr val="bg1"/>
                </a:solidFill>
              </a:rPr>
              <a:t>reflects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radiation</a:t>
            </a:r>
            <a:r>
              <a:rPr lang="it-IT" dirty="0">
                <a:solidFill>
                  <a:schemeClr val="bg1"/>
                </a:solidFill>
              </a:rPr>
              <a:t> spikes </a:t>
            </a:r>
            <a:r>
              <a:rPr lang="it-IT" dirty="0" err="1">
                <a:solidFill>
                  <a:schemeClr val="bg1"/>
                </a:solidFill>
              </a:rPr>
              <a:t>instantly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DD9860-F81A-EEC3-9829-E5B3599069EF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DEEP DIVE: WEBSOCKET COLLECTOR CODE</a:t>
            </a:r>
          </a:p>
        </p:txBody>
      </p:sp>
    </p:spTree>
    <p:extLst>
      <p:ext uri="{BB962C8B-B14F-4D97-AF65-F5344CB8AC3E}">
        <p14:creationId xmlns:p14="http://schemas.microsoft.com/office/powerpoint/2010/main" val="318664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602CD1A2-5FB0-F8EB-1778-922072EE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200C8B5-FB5A-4F8B-A9BD-693C05141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4FAE1107-CEC3-4041-8BAA-CDB6F6759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101411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BC5AC35-3D08-08FF-2C05-921F3C22535E}"/>
              </a:ext>
            </a:extLst>
          </p:cNvPr>
          <p:cNvSpPr txBox="1"/>
          <p:nvPr/>
        </p:nvSpPr>
        <p:spPr>
          <a:xfrm>
            <a:off x="768096" y="438912"/>
            <a:ext cx="283431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80000"/>
              </a:lnSpc>
              <a:spcBef>
                <a:spcPct val="0"/>
              </a:spcBef>
              <a:spcAft>
                <a:spcPts val="600"/>
              </a:spcAft>
              <a:buClr>
                <a:srgbClr val="E9EDEE"/>
              </a:buClr>
            </a:pPr>
            <a:r>
              <a:rPr lang="en-US" sz="2400" kern="1200" cap="all" spc="1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 RULES ENGINE – THE «BRAIN» OF THE HABITAT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AEA88FB-F5DD-45CE-AAE1-7B33D0ABD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126973E-653E-6F5F-0CD4-85F0DEE7E557}"/>
              </a:ext>
            </a:extLst>
          </p:cNvPr>
          <p:cNvSpPr txBox="1"/>
          <p:nvPr/>
        </p:nvSpPr>
        <p:spPr>
          <a:xfrm>
            <a:off x="768096" y="1714500"/>
            <a:ext cx="2843784" cy="294894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</a:pPr>
            <a:r>
              <a:rPr lang="en-US" sz="1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The Rules Engine (engine.py) is a multi-threaded service designed to process environmental data and execute safety protocols without human intervention: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Asynchronous processing: uses a dedicated thread to consume events from Kafka (</a:t>
            </a:r>
            <a:r>
              <a:rPr lang="en-US" sz="11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run_kafka_consumer</a:t>
            </a:r>
            <a:r>
              <a:rPr lang="en-US" sz="1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), ensuring the API remains responsive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State awareness: maintains a local memory (</a:t>
            </a:r>
            <a:r>
              <a:rPr lang="en-US" sz="11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sensor_mem</a:t>
            </a:r>
            <a:r>
              <a:rPr lang="en-US" sz="1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) of the latest sensor values to allow for complex evaluations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1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Trigger logic: when a new sensor value arrives, the engine queries the database for associated rules and evaluates them immediately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3F84825-F5BA-D6C9-8184-4EB7DCEBAB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37272"/>
            <a:ext cx="4091940" cy="3068955"/>
          </a:xfrm>
          <a:prstGeom prst="rect">
            <a:avLst/>
          </a:prstGeom>
        </p:spPr>
      </p:pic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1B1F799B-BBF7-2D50-29F1-9BB083AA58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127999" y="4853028"/>
            <a:ext cx="730251" cy="20574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 lnSpcReduction="10000"/>
          </a:bodyPr>
          <a:lstStyle/>
          <a:p>
            <a:pPr lv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300" kern="1200">
                <a:ea typeface="+mn-ea"/>
                <a:cs typeface="+mn-cs"/>
              </a:rPr>
              <a:pPr lvl="0" indent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13</a:t>
            </a:fld>
            <a:endParaRPr lang="en-US" sz="300" kern="1200"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0136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E475584F-DD58-F307-7E5C-CFA499406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0A4DEC95-419C-484D-1FC1-AD4BE8F1A7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14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E55C0FB-29D0-F777-2158-9992AD675912}"/>
              </a:ext>
            </a:extLst>
          </p:cNvPr>
          <p:cNvSpPr txBox="1"/>
          <p:nvPr/>
        </p:nvSpPr>
        <p:spPr>
          <a:xfrm>
            <a:off x="613098" y="658468"/>
            <a:ext cx="64495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</a:t>
            </a:r>
            <a:r>
              <a:rPr lang="it-IT" dirty="0" err="1">
                <a:solidFill>
                  <a:schemeClr val="bg1"/>
                </a:solidFill>
              </a:rPr>
              <a:t>logic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implemented</a:t>
            </a:r>
            <a:r>
              <a:rPr lang="it-IT" dirty="0">
                <a:solidFill>
                  <a:schemeClr val="bg1"/>
                </a:solidFill>
              </a:rPr>
              <a:t> in </a:t>
            </a:r>
            <a:r>
              <a:rPr lang="it-IT" dirty="0" err="1">
                <a:solidFill>
                  <a:schemeClr val="bg1"/>
                </a:solidFill>
              </a:rPr>
              <a:t>evaluate_condition</a:t>
            </a:r>
            <a:r>
              <a:rPr lang="it-IT" dirty="0">
                <a:solidFill>
                  <a:schemeClr val="bg1"/>
                </a:solidFill>
              </a:rPr>
              <a:t>) supports a full range of </a:t>
            </a:r>
            <a:r>
              <a:rPr lang="it-IT" dirty="0" err="1">
                <a:solidFill>
                  <a:schemeClr val="bg1"/>
                </a:solidFill>
              </a:rPr>
              <a:t>comparison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operators</a:t>
            </a:r>
            <a:r>
              <a:rPr lang="it-IT" dirty="0">
                <a:solidFill>
                  <a:schemeClr val="bg1"/>
                </a:solidFill>
              </a:rPr>
              <a:t> to handle </a:t>
            </a:r>
            <a:r>
              <a:rPr lang="it-IT" dirty="0" err="1">
                <a:solidFill>
                  <a:schemeClr val="bg1"/>
                </a:solidFill>
              </a:rPr>
              <a:t>different</a:t>
            </a:r>
            <a:r>
              <a:rPr lang="it-IT" dirty="0">
                <a:solidFill>
                  <a:schemeClr val="bg1"/>
                </a:solidFill>
              </a:rPr>
              <a:t> mission </a:t>
            </a:r>
            <a:r>
              <a:rPr lang="it-IT" dirty="0" err="1">
                <a:solidFill>
                  <a:schemeClr val="bg1"/>
                </a:solidFill>
              </a:rPr>
              <a:t>scenarios</a:t>
            </a:r>
            <a:r>
              <a:rPr lang="it-IT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Operators</a:t>
            </a:r>
            <a:r>
              <a:rPr lang="it-IT" dirty="0">
                <a:solidFill>
                  <a:schemeClr val="bg1"/>
                </a:solidFill>
              </a:rPr>
              <a:t>: &lt;, &gt;, ==, &gt;=, &lt;=, !=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Dynamic </a:t>
            </a:r>
            <a:r>
              <a:rPr lang="it-IT" dirty="0" err="1">
                <a:solidFill>
                  <a:schemeClr val="bg1"/>
                </a:solidFill>
              </a:rPr>
              <a:t>Thresholds</a:t>
            </a:r>
            <a:r>
              <a:rPr lang="it-IT" dirty="0">
                <a:solidFill>
                  <a:schemeClr val="bg1"/>
                </a:solidFill>
              </a:rPr>
              <a:t>: rules are </a:t>
            </a:r>
            <a:r>
              <a:rPr lang="it-IT" dirty="0" err="1">
                <a:solidFill>
                  <a:schemeClr val="bg1"/>
                </a:solidFill>
              </a:rPr>
              <a:t>not</a:t>
            </a:r>
            <a:r>
              <a:rPr lang="it-IT" dirty="0">
                <a:solidFill>
                  <a:schemeClr val="bg1"/>
                </a:solidFill>
              </a:rPr>
              <a:t> hard-</a:t>
            </a:r>
            <a:r>
              <a:rPr lang="it-IT" dirty="0" err="1">
                <a:solidFill>
                  <a:schemeClr val="bg1"/>
                </a:solidFill>
              </a:rPr>
              <a:t>coded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they</a:t>
            </a:r>
            <a:r>
              <a:rPr lang="it-IT" dirty="0">
                <a:solidFill>
                  <a:schemeClr val="bg1"/>
                </a:solidFill>
              </a:rPr>
              <a:t> are </a:t>
            </a:r>
            <a:r>
              <a:rPr lang="it-IT" dirty="0" err="1">
                <a:solidFill>
                  <a:schemeClr val="bg1"/>
                </a:solidFill>
              </a:rPr>
              <a:t>fetched</a:t>
            </a:r>
            <a:r>
              <a:rPr lang="it-IT" dirty="0">
                <a:solidFill>
                  <a:schemeClr val="bg1"/>
                </a:solidFill>
              </a:rPr>
              <a:t> from the DB, </a:t>
            </a:r>
            <a:r>
              <a:rPr lang="it-IT" dirty="0" err="1">
                <a:solidFill>
                  <a:schemeClr val="bg1"/>
                </a:solidFill>
              </a:rPr>
              <a:t>allowing</a:t>
            </a:r>
            <a:r>
              <a:rPr lang="it-IT" dirty="0">
                <a:solidFill>
                  <a:schemeClr val="bg1"/>
                </a:solidFill>
              </a:rPr>
              <a:t> the Crew to </a:t>
            </a:r>
            <a:r>
              <a:rPr lang="it-IT" dirty="0" err="1">
                <a:solidFill>
                  <a:schemeClr val="bg1"/>
                </a:solidFill>
              </a:rPr>
              <a:t>change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safety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limits</a:t>
            </a:r>
            <a:r>
              <a:rPr lang="it-IT" dirty="0">
                <a:solidFill>
                  <a:schemeClr val="bg1"/>
                </a:solidFill>
              </a:rPr>
              <a:t> on the </a:t>
            </a:r>
            <a:r>
              <a:rPr lang="it-IT" dirty="0" err="1">
                <a:solidFill>
                  <a:schemeClr val="bg1"/>
                </a:solidFill>
              </a:rPr>
              <a:t>fly</a:t>
            </a:r>
            <a:r>
              <a:rPr lang="it-IT" dirty="0">
                <a:solidFill>
                  <a:schemeClr val="bg1"/>
                </a:solidFill>
              </a:rPr>
              <a:t> (for </a:t>
            </a:r>
            <a:r>
              <a:rPr lang="it-IT" dirty="0" err="1">
                <a:solidFill>
                  <a:schemeClr val="bg1"/>
                </a:solidFill>
              </a:rPr>
              <a:t>example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lowering</a:t>
            </a:r>
            <a:r>
              <a:rPr lang="it-IT" dirty="0">
                <a:solidFill>
                  <a:schemeClr val="bg1"/>
                </a:solidFill>
              </a:rPr>
              <a:t> temperature </a:t>
            </a:r>
            <a:r>
              <a:rPr lang="it-IT" dirty="0" err="1">
                <a:solidFill>
                  <a:schemeClr val="bg1"/>
                </a:solidFill>
              </a:rPr>
              <a:t>thresholds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during</a:t>
            </a:r>
            <a:r>
              <a:rPr lang="it-IT" dirty="0">
                <a:solidFill>
                  <a:schemeClr val="bg1"/>
                </a:solidFill>
              </a:rPr>
              <a:t> «Power </a:t>
            </a:r>
            <a:r>
              <a:rPr lang="it-IT" dirty="0" err="1">
                <a:solidFill>
                  <a:schemeClr val="bg1"/>
                </a:solidFill>
              </a:rPr>
              <a:t>save</a:t>
            </a:r>
            <a:r>
              <a:rPr lang="it-IT" dirty="0">
                <a:solidFill>
                  <a:schemeClr val="bg1"/>
                </a:solidFill>
              </a:rPr>
              <a:t>» mode)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Automatic</a:t>
            </a:r>
            <a:r>
              <a:rPr lang="it-IT" dirty="0">
                <a:solidFill>
                  <a:schemeClr val="bg1"/>
                </a:solidFill>
              </a:rPr>
              <a:t> reset: the </a:t>
            </a:r>
            <a:r>
              <a:rPr lang="it-IT" dirty="0" err="1">
                <a:solidFill>
                  <a:schemeClr val="bg1"/>
                </a:solidFill>
              </a:rPr>
              <a:t>engine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includes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logic</a:t>
            </a:r>
            <a:r>
              <a:rPr lang="it-IT" dirty="0">
                <a:solidFill>
                  <a:schemeClr val="bg1"/>
                </a:solidFill>
              </a:rPr>
              <a:t> to «</a:t>
            </a:r>
            <a:r>
              <a:rPr lang="it-IT" dirty="0" err="1">
                <a:solidFill>
                  <a:schemeClr val="bg1"/>
                </a:solidFill>
              </a:rPr>
              <a:t>invert</a:t>
            </a:r>
            <a:r>
              <a:rPr lang="it-IT" dirty="0">
                <a:solidFill>
                  <a:schemeClr val="bg1"/>
                </a:solidFill>
              </a:rPr>
              <a:t>» actions (for </a:t>
            </a:r>
            <a:r>
              <a:rPr lang="it-IT" dirty="0" err="1">
                <a:solidFill>
                  <a:schemeClr val="bg1"/>
                </a:solidFill>
              </a:rPr>
              <a:t>example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turning</a:t>
            </a:r>
            <a:r>
              <a:rPr lang="it-IT" dirty="0">
                <a:solidFill>
                  <a:schemeClr val="bg1"/>
                </a:solidFill>
              </a:rPr>
              <a:t> a </a:t>
            </a:r>
            <a:r>
              <a:rPr lang="it-IT" dirty="0" err="1">
                <a:solidFill>
                  <a:schemeClr val="bg1"/>
                </a:solidFill>
              </a:rPr>
              <a:t>heater</a:t>
            </a:r>
            <a:r>
              <a:rPr lang="it-IT" dirty="0">
                <a:solidFill>
                  <a:schemeClr val="bg1"/>
                </a:solidFill>
              </a:rPr>
              <a:t> OFF </a:t>
            </a:r>
            <a:r>
              <a:rPr lang="it-IT" dirty="0" err="1">
                <a:solidFill>
                  <a:schemeClr val="bg1"/>
                </a:solidFill>
              </a:rPr>
              <a:t>if</a:t>
            </a:r>
            <a:r>
              <a:rPr lang="it-IT" dirty="0">
                <a:solidFill>
                  <a:schemeClr val="bg1"/>
                </a:solidFill>
              </a:rPr>
              <a:t> the temperature </a:t>
            </a:r>
            <a:r>
              <a:rPr lang="it-IT" dirty="0" err="1">
                <a:solidFill>
                  <a:schemeClr val="bg1"/>
                </a:solidFill>
              </a:rPr>
              <a:t>is</a:t>
            </a:r>
            <a:r>
              <a:rPr lang="it-IT" dirty="0">
                <a:solidFill>
                  <a:schemeClr val="bg1"/>
                </a:solidFill>
              </a:rPr>
              <a:t> safe) to </a:t>
            </a:r>
            <a:r>
              <a:rPr lang="it-IT" dirty="0" err="1">
                <a:solidFill>
                  <a:schemeClr val="bg1"/>
                </a:solidFill>
              </a:rPr>
              <a:t>maintain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equilibrium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DF18053-6D9B-3F23-25E8-4CBD402BE9DD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RULE EVALUATION LOGIC</a:t>
            </a:r>
          </a:p>
        </p:txBody>
      </p:sp>
    </p:spTree>
    <p:extLst>
      <p:ext uri="{BB962C8B-B14F-4D97-AF65-F5344CB8AC3E}">
        <p14:creationId xmlns:p14="http://schemas.microsoft.com/office/powerpoint/2010/main" val="37706436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AADEE9D6-4DB2-8DF5-466F-F2F66E384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C03798B0-847E-B1FD-D052-1D07DDEB29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15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5DC11B31-63F0-5D85-03BA-67ED20E1BD9A}"/>
              </a:ext>
            </a:extLst>
          </p:cNvPr>
          <p:cNvSpPr txBox="1"/>
          <p:nvPr/>
        </p:nvSpPr>
        <p:spPr>
          <a:xfrm>
            <a:off x="583117" y="591013"/>
            <a:ext cx="644956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 err="1">
                <a:solidFill>
                  <a:schemeClr val="bg1"/>
                </a:solidFill>
              </a:rPr>
              <a:t>We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chose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SQLite</a:t>
            </a:r>
            <a:r>
              <a:rPr lang="it-IT" dirty="0">
                <a:solidFill>
                  <a:schemeClr val="bg1"/>
                </a:solidFill>
              </a:rPr>
              <a:t> (database.py) for rule </a:t>
            </a:r>
            <a:r>
              <a:rPr lang="it-IT" dirty="0" err="1">
                <a:solidFill>
                  <a:schemeClr val="bg1"/>
                </a:solidFill>
              </a:rPr>
              <a:t>persistence</a:t>
            </a:r>
            <a:r>
              <a:rPr lang="it-IT" dirty="0">
                <a:solidFill>
                  <a:schemeClr val="bg1"/>
                </a:solidFill>
              </a:rPr>
              <a:t>. In a remote </a:t>
            </a:r>
            <a:r>
              <a:rPr lang="it-IT" dirty="0" err="1">
                <a:solidFill>
                  <a:schemeClr val="bg1"/>
                </a:solidFill>
              </a:rPr>
              <a:t>Martian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colony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simplicity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often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means</a:t>
            </a:r>
            <a:r>
              <a:rPr lang="it-IT" dirty="0">
                <a:solidFill>
                  <a:schemeClr val="bg1"/>
                </a:solidFill>
              </a:rPr>
              <a:t> reliability: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Schema Design: stores rule </a:t>
            </a:r>
            <a:r>
              <a:rPr lang="it-IT" dirty="0" err="1">
                <a:solidFill>
                  <a:schemeClr val="bg1"/>
                </a:solidFill>
              </a:rPr>
              <a:t>descriptions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sensor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Ids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operators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threshold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values</a:t>
            </a:r>
            <a:r>
              <a:rPr lang="it-IT" dirty="0">
                <a:solidFill>
                  <a:schemeClr val="bg1"/>
                </a:solidFill>
              </a:rPr>
              <a:t> and target </a:t>
            </a:r>
            <a:r>
              <a:rPr lang="it-IT" dirty="0" err="1">
                <a:solidFill>
                  <a:schemeClr val="bg1"/>
                </a:solidFill>
              </a:rPr>
              <a:t>actuator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states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CRUD </a:t>
            </a:r>
            <a:r>
              <a:rPr lang="it-IT" dirty="0" err="1">
                <a:solidFill>
                  <a:schemeClr val="bg1"/>
                </a:solidFill>
              </a:rPr>
              <a:t>operations</a:t>
            </a:r>
            <a:r>
              <a:rPr lang="it-IT" dirty="0">
                <a:solidFill>
                  <a:schemeClr val="bg1"/>
                </a:solidFill>
              </a:rPr>
              <a:t>: full support for </a:t>
            </a:r>
            <a:r>
              <a:rPr lang="it-IT" dirty="0" err="1">
                <a:solidFill>
                  <a:schemeClr val="bg1"/>
                </a:solidFill>
              </a:rPr>
              <a:t>adding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deleting</a:t>
            </a:r>
            <a:r>
              <a:rPr lang="it-IT" dirty="0">
                <a:solidFill>
                  <a:schemeClr val="bg1"/>
                </a:solidFill>
              </a:rPr>
              <a:t> and </a:t>
            </a:r>
            <a:r>
              <a:rPr lang="it-IT" dirty="0" err="1">
                <a:solidFill>
                  <a:schemeClr val="bg1"/>
                </a:solidFill>
              </a:rPr>
              <a:t>retrieving</a:t>
            </a:r>
            <a:r>
              <a:rPr lang="it-IT" dirty="0">
                <a:solidFill>
                  <a:schemeClr val="bg1"/>
                </a:solidFill>
              </a:rPr>
              <a:t> rules via a </a:t>
            </a:r>
            <a:r>
              <a:rPr lang="it-IT" dirty="0" err="1">
                <a:solidFill>
                  <a:schemeClr val="bg1"/>
                </a:solidFill>
              </a:rPr>
              <a:t>clean</a:t>
            </a:r>
            <a:r>
              <a:rPr lang="it-IT" dirty="0">
                <a:solidFill>
                  <a:schemeClr val="bg1"/>
                </a:solidFill>
              </a:rPr>
              <a:t> Python API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Independence: the database </a:t>
            </a:r>
            <a:r>
              <a:rPr lang="it-IT" dirty="0" err="1">
                <a:solidFill>
                  <a:schemeClr val="bg1"/>
                </a:solidFill>
              </a:rPr>
              <a:t>ensures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that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if</a:t>
            </a:r>
            <a:r>
              <a:rPr lang="it-IT" dirty="0">
                <a:solidFill>
                  <a:schemeClr val="bg1"/>
                </a:solidFill>
              </a:rPr>
              <a:t> the container </a:t>
            </a:r>
            <a:r>
              <a:rPr lang="it-IT" dirty="0" err="1">
                <a:solidFill>
                  <a:schemeClr val="bg1"/>
                </a:solidFill>
              </a:rPr>
              <a:t>restarts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all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safety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automation</a:t>
            </a:r>
            <a:r>
              <a:rPr lang="it-IT" dirty="0">
                <a:solidFill>
                  <a:schemeClr val="bg1"/>
                </a:solidFill>
              </a:rPr>
              <a:t> rules are </a:t>
            </a:r>
            <a:r>
              <a:rPr lang="it-IT" dirty="0" err="1">
                <a:solidFill>
                  <a:schemeClr val="bg1"/>
                </a:solidFill>
              </a:rPr>
              <a:t>reloaded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instantly</a:t>
            </a:r>
            <a:endParaRPr lang="it-IT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9261875-7A92-09E5-5D11-5AFEA902901E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PERSISTENCE LAYER - SQLITE</a:t>
            </a:r>
          </a:p>
        </p:txBody>
      </p:sp>
    </p:spTree>
    <p:extLst>
      <p:ext uri="{BB962C8B-B14F-4D97-AF65-F5344CB8AC3E}">
        <p14:creationId xmlns:p14="http://schemas.microsoft.com/office/powerpoint/2010/main" val="41249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124F60D6-9795-DEFF-6461-09FCCB05E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CE67BAE7-D617-966E-E30F-335E8D5EE5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16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5C9DE09-DC3F-57E6-0EE2-A2C68734DC4F}"/>
              </a:ext>
            </a:extLst>
          </p:cNvPr>
          <p:cNvSpPr txBox="1"/>
          <p:nvPr/>
        </p:nvSpPr>
        <p:spPr>
          <a:xfrm>
            <a:off x="643078" y="620993"/>
            <a:ext cx="644956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actuators.py </a:t>
            </a:r>
            <a:r>
              <a:rPr lang="it-IT" dirty="0" err="1">
                <a:solidFill>
                  <a:schemeClr val="bg1"/>
                </a:solidFill>
              </a:rPr>
              <a:t>module</a:t>
            </a:r>
            <a:r>
              <a:rPr lang="it-IT" dirty="0">
                <a:solidFill>
                  <a:schemeClr val="bg1"/>
                </a:solidFill>
              </a:rPr>
              <a:t> acts </a:t>
            </a:r>
            <a:r>
              <a:rPr lang="it-IT" dirty="0" err="1">
                <a:solidFill>
                  <a:schemeClr val="bg1"/>
                </a:solidFill>
              </a:rPr>
              <a:t>as</a:t>
            </a:r>
            <a:r>
              <a:rPr lang="it-IT" dirty="0">
                <a:solidFill>
                  <a:schemeClr val="bg1"/>
                </a:solidFill>
              </a:rPr>
              <a:t> the bridge </a:t>
            </a:r>
            <a:r>
              <a:rPr lang="it-IT" dirty="0" err="1">
                <a:solidFill>
                  <a:schemeClr val="bg1"/>
                </a:solidFill>
              </a:rPr>
              <a:t>between</a:t>
            </a:r>
            <a:r>
              <a:rPr lang="it-IT" dirty="0">
                <a:solidFill>
                  <a:schemeClr val="bg1"/>
                </a:solidFill>
              </a:rPr>
              <a:t> the </a:t>
            </a:r>
            <a:r>
              <a:rPr lang="it-IT" dirty="0" err="1">
                <a:solidFill>
                  <a:schemeClr val="bg1"/>
                </a:solidFill>
              </a:rPr>
              <a:t>digital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logic</a:t>
            </a:r>
            <a:r>
              <a:rPr lang="it-IT" dirty="0">
                <a:solidFill>
                  <a:schemeClr val="bg1"/>
                </a:solidFill>
              </a:rPr>
              <a:t> and the </a:t>
            </a:r>
            <a:r>
              <a:rPr lang="it-IT" dirty="0" err="1">
                <a:solidFill>
                  <a:schemeClr val="bg1"/>
                </a:solidFill>
              </a:rPr>
              <a:t>physical</a:t>
            </a:r>
            <a:r>
              <a:rPr lang="it-IT" dirty="0">
                <a:solidFill>
                  <a:schemeClr val="bg1"/>
                </a:solidFill>
              </a:rPr>
              <a:t> habitat hardware: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REST </a:t>
            </a:r>
            <a:r>
              <a:rPr lang="it-IT" dirty="0" err="1">
                <a:solidFill>
                  <a:schemeClr val="bg1"/>
                </a:solidFill>
              </a:rPr>
              <a:t>interface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sends</a:t>
            </a:r>
            <a:r>
              <a:rPr lang="it-IT" dirty="0">
                <a:solidFill>
                  <a:schemeClr val="bg1"/>
                </a:solidFill>
              </a:rPr>
              <a:t> POST </a:t>
            </a:r>
            <a:r>
              <a:rPr lang="it-IT" dirty="0" err="1">
                <a:solidFill>
                  <a:schemeClr val="bg1"/>
                </a:solidFill>
              </a:rPr>
              <a:t>requests</a:t>
            </a:r>
            <a:r>
              <a:rPr lang="it-IT" dirty="0">
                <a:solidFill>
                  <a:schemeClr val="bg1"/>
                </a:solidFill>
              </a:rPr>
              <a:t> to the Mars Simulator to </a:t>
            </a:r>
            <a:r>
              <a:rPr lang="it-IT" dirty="0" err="1">
                <a:solidFill>
                  <a:schemeClr val="bg1"/>
                </a:solidFill>
              </a:rPr>
              <a:t>toggle</a:t>
            </a:r>
            <a:r>
              <a:rPr lang="it-IT" dirty="0">
                <a:solidFill>
                  <a:schemeClr val="bg1"/>
                </a:solidFill>
              </a:rPr>
              <a:t> hardware like </a:t>
            </a:r>
            <a:r>
              <a:rPr lang="it-IT" dirty="0" err="1">
                <a:solidFill>
                  <a:schemeClr val="bg1"/>
                </a:solidFill>
              </a:rPr>
              <a:t>cooling_fan</a:t>
            </a:r>
            <a:r>
              <a:rPr lang="it-IT" dirty="0">
                <a:solidFill>
                  <a:schemeClr val="bg1"/>
                </a:solidFill>
              </a:rPr>
              <a:t> or </a:t>
            </a:r>
            <a:r>
              <a:rPr lang="it-IT" dirty="0" err="1">
                <a:solidFill>
                  <a:schemeClr val="bg1"/>
                </a:solidFill>
              </a:rPr>
              <a:t>habitat_heater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bg1"/>
                </a:solidFill>
              </a:rPr>
              <a:t>Error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handling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implements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timeouts</a:t>
            </a:r>
            <a:r>
              <a:rPr lang="it-IT" dirty="0">
                <a:solidFill>
                  <a:schemeClr val="bg1"/>
                </a:solidFill>
              </a:rPr>
              <a:t> and status code checks. </a:t>
            </a:r>
            <a:r>
              <a:rPr lang="it-IT" dirty="0" err="1">
                <a:solidFill>
                  <a:schemeClr val="bg1"/>
                </a:solidFill>
              </a:rPr>
              <a:t>If</a:t>
            </a:r>
            <a:r>
              <a:rPr lang="it-IT" dirty="0">
                <a:solidFill>
                  <a:schemeClr val="bg1"/>
                </a:solidFill>
              </a:rPr>
              <a:t> a hardware </a:t>
            </a:r>
            <a:r>
              <a:rPr lang="it-IT" dirty="0" err="1">
                <a:solidFill>
                  <a:schemeClr val="bg1"/>
                </a:solidFill>
              </a:rPr>
              <a:t>command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fails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it’s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logged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but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doesn’t</a:t>
            </a:r>
            <a:r>
              <a:rPr lang="it-IT" dirty="0">
                <a:solidFill>
                  <a:schemeClr val="bg1"/>
                </a:solidFill>
              </a:rPr>
              <a:t> crash the </a:t>
            </a:r>
            <a:r>
              <a:rPr lang="it-IT" dirty="0" err="1">
                <a:solidFill>
                  <a:schemeClr val="bg1"/>
                </a:solidFill>
              </a:rPr>
              <a:t>engine</a:t>
            </a:r>
            <a:endParaRPr lang="it-IT" dirty="0">
              <a:solidFill>
                <a:schemeClr val="bg1"/>
              </a:solidFill>
            </a:endParaRP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State </a:t>
            </a:r>
            <a:r>
              <a:rPr lang="it-IT" dirty="0" err="1">
                <a:solidFill>
                  <a:schemeClr val="bg1"/>
                </a:solidFill>
              </a:rPr>
              <a:t>sync</a:t>
            </a:r>
            <a:r>
              <a:rPr lang="it-IT" dirty="0">
                <a:solidFill>
                  <a:schemeClr val="bg1"/>
                </a:solidFill>
              </a:rPr>
              <a:t>: </a:t>
            </a:r>
            <a:r>
              <a:rPr lang="it-IT" dirty="0" err="1">
                <a:solidFill>
                  <a:schemeClr val="bg1"/>
                </a:solidFill>
              </a:rPr>
              <a:t>provides</a:t>
            </a:r>
            <a:r>
              <a:rPr lang="it-IT" dirty="0">
                <a:solidFill>
                  <a:schemeClr val="bg1"/>
                </a:solidFill>
              </a:rPr>
              <a:t> a </a:t>
            </a:r>
            <a:r>
              <a:rPr lang="it-IT" dirty="0" err="1">
                <a:solidFill>
                  <a:schemeClr val="bg1"/>
                </a:solidFill>
              </a:rPr>
              <a:t>get_actuators_state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function</a:t>
            </a:r>
            <a:r>
              <a:rPr lang="it-IT" dirty="0">
                <a:solidFill>
                  <a:schemeClr val="bg1"/>
                </a:solidFill>
              </a:rPr>
              <a:t> so the </a:t>
            </a:r>
            <a:r>
              <a:rPr lang="it-IT" dirty="0" err="1">
                <a:solidFill>
                  <a:schemeClr val="bg1"/>
                </a:solidFill>
              </a:rPr>
              <a:t>Frontend</a:t>
            </a:r>
            <a:r>
              <a:rPr lang="it-IT" dirty="0">
                <a:solidFill>
                  <a:schemeClr val="bg1"/>
                </a:solidFill>
              </a:rPr>
              <a:t> can </a:t>
            </a:r>
            <a:r>
              <a:rPr lang="it-IT" dirty="0" err="1">
                <a:solidFill>
                  <a:schemeClr val="bg1"/>
                </a:solidFill>
              </a:rPr>
              <a:t>verify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if</a:t>
            </a:r>
            <a:r>
              <a:rPr lang="it-IT" dirty="0">
                <a:solidFill>
                  <a:schemeClr val="bg1"/>
                </a:solidFill>
              </a:rPr>
              <a:t> a </a:t>
            </a:r>
            <a:r>
              <a:rPr lang="it-IT" dirty="0" err="1">
                <a:solidFill>
                  <a:schemeClr val="bg1"/>
                </a:solidFill>
              </a:rPr>
              <a:t>command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was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actually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executed</a:t>
            </a:r>
            <a:r>
              <a:rPr lang="it-IT" dirty="0">
                <a:solidFill>
                  <a:schemeClr val="bg1"/>
                </a:solidFill>
              </a:rPr>
              <a:t> by the hardware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825191-4033-0516-D755-E65BDD935FC7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ACTUATOR CONTROL SYSTEM</a:t>
            </a:r>
          </a:p>
        </p:txBody>
      </p:sp>
    </p:spTree>
    <p:extLst>
      <p:ext uri="{BB962C8B-B14F-4D97-AF65-F5344CB8AC3E}">
        <p14:creationId xmlns:p14="http://schemas.microsoft.com/office/powerpoint/2010/main" val="16264066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FE423DE-D3D3-AC30-6439-5322CC5AE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8859C275-1947-7D6A-8CC4-191EF547C9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17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6B4C84F-0373-AF6E-3EA9-C3B088F33D14}"/>
              </a:ext>
            </a:extLst>
          </p:cNvPr>
          <p:cNvSpPr txBox="1"/>
          <p:nvPr/>
        </p:nvSpPr>
        <p:spPr>
          <a:xfrm>
            <a:off x="598108" y="583517"/>
            <a:ext cx="64495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 satisfy the requirement of simultaneous monitoring and management, the engine runs two parallel loops: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Thread A (Flask API): Handles incoming requests from the Dashboard to create or delete rules.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Thread B (Kafka Consumer): Continuously listens for sensor data.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Why? This prevents a "flooding" of sensor data from making the user interface laggy or unresponsive.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CA9D413-D7A3-8BB7-C560-6984D131DE98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MULTI-THREADING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64836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BD7027D-2971-0989-6A56-B7B693564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8A10A7C3-B27C-7C88-C0DD-91CE4AC6FF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18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8AACE9C-CE16-0998-BB31-8968DF231497}"/>
              </a:ext>
            </a:extLst>
          </p:cNvPr>
          <p:cNvSpPr txBox="1"/>
          <p:nvPr/>
        </p:nvSpPr>
        <p:spPr>
          <a:xfrm>
            <a:off x="568127" y="613497"/>
            <a:ext cx="64495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dashboard is built using React 18 and Vite, providing a lightning-fast, reactive interface for colony oversight.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Component-Based Design: The UI is split into specialized modules (</a:t>
            </a:r>
            <a:r>
              <a:rPr lang="en-US" dirty="0" err="1">
                <a:solidFill>
                  <a:schemeClr val="bg1"/>
                </a:solidFill>
              </a:rPr>
              <a:t>SensorGauge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TelemetryChart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RuleManager</a:t>
            </a:r>
            <a:r>
              <a:rPr lang="en-US" dirty="0">
                <a:solidFill>
                  <a:schemeClr val="bg1"/>
                </a:solidFill>
              </a:rPr>
              <a:t>) for better maintainability.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Real-time Synchronization: Uses </a:t>
            </a:r>
            <a:r>
              <a:rPr lang="en-US" dirty="0" err="1">
                <a:solidFill>
                  <a:schemeClr val="bg1"/>
                </a:solidFill>
              </a:rPr>
              <a:t>useEffect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useCallback</a:t>
            </a:r>
            <a:r>
              <a:rPr lang="en-US" dirty="0">
                <a:solidFill>
                  <a:schemeClr val="bg1"/>
                </a:solidFill>
              </a:rPr>
              <a:t> hooks to manage data flow from the backend API.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State Management: React </a:t>
            </a:r>
            <a:r>
              <a:rPr lang="en-US" dirty="0" err="1">
                <a:solidFill>
                  <a:schemeClr val="bg1"/>
                </a:solidFill>
              </a:rPr>
              <a:t>useState</a:t>
            </a:r>
            <a:r>
              <a:rPr lang="en-US" dirty="0">
                <a:solidFill>
                  <a:schemeClr val="bg1"/>
                </a:solidFill>
              </a:rPr>
              <a:t> tracks the live status of actuators and sensor readings, ensuring the UI always reflects the "Ground Truth" of the habitat.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E56798-E5EA-C74B-1363-9B0A6060FE73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FRONTEND ARCHITECTURE – REACT &amp; VITE</a:t>
            </a:r>
          </a:p>
        </p:txBody>
      </p:sp>
    </p:spTree>
    <p:extLst>
      <p:ext uri="{BB962C8B-B14F-4D97-AF65-F5344CB8AC3E}">
        <p14:creationId xmlns:p14="http://schemas.microsoft.com/office/powerpoint/2010/main" val="4276512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E2C6C4A5-AFF9-BED0-BE74-E639213F8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6990FCEC-8964-5FFB-7C4C-DA7B6CA8680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19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DB6A6AE8-1F10-E27E-C198-B8D47AE5AE09}"/>
              </a:ext>
            </a:extLst>
          </p:cNvPr>
          <p:cNvSpPr txBox="1"/>
          <p:nvPr/>
        </p:nvSpPr>
        <p:spPr>
          <a:xfrm>
            <a:off x="553137" y="583517"/>
            <a:ext cx="644956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implemented custom components to ensure operators can make split-second decisions: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SensorGauge.jsx</a:t>
            </a:r>
            <a:r>
              <a:rPr lang="en-US" dirty="0">
                <a:solidFill>
                  <a:schemeClr val="bg1"/>
                </a:solidFill>
              </a:rPr>
              <a:t>: Uses dynamic color scaling. If a value exceeds 80% of its safety range, the gauge turns Red automatically (US08).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TelemetryChart.jsx</a:t>
            </a:r>
            <a:r>
              <a:rPr lang="en-US" dirty="0">
                <a:solidFill>
                  <a:schemeClr val="bg1"/>
                </a:solidFill>
              </a:rPr>
              <a:t>: Provides historical context for high-frequency data (like radiation), allowing users to spot trends before they become emergencies.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The "LIVE" Indicator: A visual heart-beat confirming that the WebSocket stream is active and the data is fresh.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4917D97-60CB-A174-E169-16138BD67E15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VISUALIZING SURVIVAL DATA</a:t>
            </a:r>
          </a:p>
        </p:txBody>
      </p:sp>
    </p:spTree>
    <p:extLst>
      <p:ext uri="{BB962C8B-B14F-4D97-AF65-F5344CB8AC3E}">
        <p14:creationId xmlns:p14="http://schemas.microsoft.com/office/powerpoint/2010/main" val="1287193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465815B3-4527-56A9-3887-A8D84105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F1B55D6D-CD6B-40AA-CF3E-460BB4E0DD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20</a:t>
            </a:fld>
            <a:endParaRPr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7AB196E-2F5F-76FD-F2E6-0C2314B842DA}"/>
              </a:ext>
            </a:extLst>
          </p:cNvPr>
          <p:cNvSpPr txBox="1"/>
          <p:nvPr/>
        </p:nvSpPr>
        <p:spPr>
          <a:xfrm>
            <a:off x="575622" y="598507"/>
            <a:ext cx="644956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interface allows for both manual override and automated management: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ActuatorControl.jsx</a:t>
            </a:r>
            <a:r>
              <a:rPr lang="en-US" dirty="0">
                <a:solidFill>
                  <a:schemeClr val="bg1"/>
                </a:solidFill>
              </a:rPr>
              <a:t>: Large, high-contrast buttons for toggling Fans, Heaters, and Ventilation. It shows a ● ACTIVE status only when the hardware confirms the state.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RuleManager.jsx</a:t>
            </a:r>
            <a:r>
              <a:rPr lang="en-US" dirty="0">
                <a:solidFill>
                  <a:schemeClr val="bg1"/>
                </a:solidFill>
              </a:rPr>
              <a:t>: A dedicated panel to create "IF-THEN" logic. It translates user input into the structured JSON required by the Python Rules Engine.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NotificationBar.jsx</a:t>
            </a:r>
            <a:r>
              <a:rPr lang="en-US" dirty="0">
                <a:solidFill>
                  <a:schemeClr val="bg1"/>
                </a:solidFill>
              </a:rPr>
              <a:t>: The mission log. It categorizes events (Info, Success, Warning) and scrolls automatically to the latest system action.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7FD8099-5764-979B-DBE7-16313547DF46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COMMAND AND CONTROL COMPONENTS</a:t>
            </a:r>
          </a:p>
        </p:txBody>
      </p:sp>
    </p:spTree>
    <p:extLst>
      <p:ext uri="{BB962C8B-B14F-4D97-AF65-F5344CB8AC3E}">
        <p14:creationId xmlns:p14="http://schemas.microsoft.com/office/powerpoint/2010/main" val="1343758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19A2032D-A180-FB31-1AC6-4AA196B9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200C8B5-FB5A-4F8B-A9BD-693C05141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4FAE1107-CEC3-4041-8BAA-CDB6F6759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101411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A006435-D52D-D4F6-27A0-1AD805118955}"/>
              </a:ext>
            </a:extLst>
          </p:cNvPr>
          <p:cNvSpPr txBox="1"/>
          <p:nvPr/>
        </p:nvSpPr>
        <p:spPr>
          <a:xfrm>
            <a:off x="768096" y="438912"/>
            <a:ext cx="283431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80000"/>
              </a:lnSpc>
              <a:spcBef>
                <a:spcPct val="0"/>
              </a:spcBef>
              <a:spcAft>
                <a:spcPts val="600"/>
              </a:spcAft>
              <a:buClr>
                <a:srgbClr val="E9EDEE"/>
              </a:buClr>
            </a:pPr>
            <a:r>
              <a:rPr lang="en-US" sz="3900" kern="1200" cap="all" spc="1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PROFESSIONAL UI FOUNDATION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AEA88FB-F5DD-45CE-AAE1-7B33D0ABDD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3FB0C034-029E-5635-226D-F6455BAE1786}"/>
              </a:ext>
            </a:extLst>
          </p:cNvPr>
          <p:cNvSpPr txBox="1"/>
          <p:nvPr/>
        </p:nvSpPr>
        <p:spPr>
          <a:xfrm>
            <a:off x="768096" y="1714500"/>
            <a:ext cx="2843784" cy="294894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</a:pPr>
            <a:r>
              <a:rPr lang="en-US" sz="12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To ensure a robust and accessible interface, we utilized a professional-grade component library (Shadcn/UI and Radix UI):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Atomic Design: Used modular files like button.tsx, card.tsx, and alert.tsx to keep the UI consistent.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Accessibility: Components like alert-dialog.tsx ensure that critical actions (like deleting a safety rule) require explicit confirmation.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2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Responsiveness: The layout uses Tailwind CSS to adapt the "Mars Command" view to different screen sizes (from tablets to wall-mounted monitors).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D4599FF-179E-343B-B50B-FD5DD5334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37272"/>
            <a:ext cx="4091940" cy="3068955"/>
          </a:xfrm>
          <a:prstGeom prst="rect">
            <a:avLst/>
          </a:prstGeom>
        </p:spPr>
      </p:pic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19A1B42C-F898-399C-CEAA-4D22B5B5F1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127999" y="4853028"/>
            <a:ext cx="730251" cy="20574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 lnSpcReduction="10000"/>
          </a:bodyPr>
          <a:lstStyle/>
          <a:p>
            <a:pPr lv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300" kern="1200">
                <a:ea typeface="+mn-ea"/>
                <a:cs typeface="+mn-cs"/>
              </a:rPr>
              <a:pPr lvl="0" indent="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None/>
              </a:pPr>
              <a:t>21</a:t>
            </a:fld>
            <a:endParaRPr lang="en-US" sz="300" kern="1200"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1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85C49BDF-0633-E0BC-D8D1-3CF22E408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C43014F2-9330-E4F5-059E-183AB76182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22</a:t>
            </a:fld>
            <a:endParaRPr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4E0EDC4-DEC7-B0F9-F963-3824A8C0D9A3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FINAL RESULT – USER STORY VALIDATION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49E2DFBE-606D-7DF3-2A78-55441FCEB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3147549"/>
            <a:ext cx="5418696" cy="153633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7A065208-D223-0481-0981-E19F3124B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5" y="513677"/>
            <a:ext cx="5367602" cy="1827269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BCD9E4D6-0C90-6B66-A0D6-C073024E1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5983" y="264738"/>
            <a:ext cx="1012417" cy="4004338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942BBFFE-79F5-D1D1-9A97-9D321870ED08}"/>
              </a:ext>
            </a:extLst>
          </p:cNvPr>
          <p:cNvSpPr txBox="1"/>
          <p:nvPr/>
        </p:nvSpPr>
        <p:spPr>
          <a:xfrm>
            <a:off x="237744" y="2363359"/>
            <a:ext cx="5367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US05, US06, US07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E5642FF1-41C7-4B2C-337C-72EAEB807298}"/>
              </a:ext>
            </a:extLst>
          </p:cNvPr>
          <p:cNvSpPr txBox="1"/>
          <p:nvPr/>
        </p:nvSpPr>
        <p:spPr>
          <a:xfrm>
            <a:off x="210312" y="4683884"/>
            <a:ext cx="5367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US08, US069, US10, US11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BEA6E27-C83F-EEE4-ED66-CA2177E06856}"/>
              </a:ext>
            </a:extLst>
          </p:cNvPr>
          <p:cNvSpPr txBox="1"/>
          <p:nvPr/>
        </p:nvSpPr>
        <p:spPr>
          <a:xfrm>
            <a:off x="6664712" y="4246568"/>
            <a:ext cx="24202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US01, US02, US03, US04</a:t>
            </a:r>
          </a:p>
        </p:txBody>
      </p:sp>
    </p:spTree>
    <p:extLst>
      <p:ext uri="{BB962C8B-B14F-4D97-AF65-F5344CB8AC3E}">
        <p14:creationId xmlns:p14="http://schemas.microsoft.com/office/powerpoint/2010/main" val="4278151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123CBD12-499C-09A6-CF07-E5133EA33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BB1322B9-ECF1-F359-D0BE-C02FBD3A13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23</a:t>
            </a:fld>
            <a:endParaRPr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1BCC59-8873-E676-B190-43DD48A4C0EF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THE FINAL RESULT – USER STORY VALIDATION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10C324D-1764-E72C-18EF-B5B187A2E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01" y="593381"/>
            <a:ext cx="7174202" cy="79146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AD3C7C7-1A70-E897-E1D8-A4C9C4A61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839280"/>
            <a:ext cx="7279469" cy="494047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B4C5BACA-1F79-9960-395C-1D43AD8439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" y="2525288"/>
            <a:ext cx="7308612" cy="39360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D5EEAF7-08B1-5803-090B-FA2962E6797A}"/>
              </a:ext>
            </a:extLst>
          </p:cNvPr>
          <p:cNvSpPr txBox="1"/>
          <p:nvPr/>
        </p:nvSpPr>
        <p:spPr>
          <a:xfrm>
            <a:off x="208601" y="1554621"/>
            <a:ext cx="5367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US12, US13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533E26F-35CF-84E3-2ED7-5F26628684C6}"/>
              </a:ext>
            </a:extLst>
          </p:cNvPr>
          <p:cNvSpPr txBox="1"/>
          <p:nvPr/>
        </p:nvSpPr>
        <p:spPr>
          <a:xfrm>
            <a:off x="208601" y="2943974"/>
            <a:ext cx="5367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US14, US15, US16, US17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4449BE80-FF1A-A512-830F-6FBD35EDC3CD}"/>
              </a:ext>
            </a:extLst>
          </p:cNvPr>
          <p:cNvSpPr txBox="1"/>
          <p:nvPr/>
        </p:nvSpPr>
        <p:spPr>
          <a:xfrm>
            <a:off x="208601" y="4443703"/>
            <a:ext cx="5367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US18, US19, US20 </a:t>
            </a:r>
          </a:p>
        </p:txBody>
      </p:sp>
    </p:spTree>
    <p:extLst>
      <p:ext uri="{BB962C8B-B14F-4D97-AF65-F5344CB8AC3E}">
        <p14:creationId xmlns:p14="http://schemas.microsoft.com/office/powerpoint/2010/main" val="14789617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0E268B97-0CCD-C61F-EE9A-60FED0690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812E1B51-3DBD-025A-3CA0-11E9C29F6A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24</a:t>
            </a:fld>
            <a:endParaRPr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508EB61-4FDF-38B8-4096-74AD89F423E7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DEPLOYMENT AND CONTAINERIZATION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E253DC-A322-85D5-434F-1C4C0AC717F5}"/>
              </a:ext>
            </a:extLst>
          </p:cNvPr>
          <p:cNvSpPr txBox="1"/>
          <p:nvPr/>
        </p:nvSpPr>
        <p:spPr>
          <a:xfrm>
            <a:off x="605466" y="576721"/>
            <a:ext cx="847953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Martian system must be portable and easy to redeploy. We used Docker and Docker Compose to manage the entire ecosystem.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Microservices Isolation: Each component (Rest Ingestion, WS Ingestion, Rules Engine, Kafka, UI) runs in its own isolated container.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Orchestration: The docker-</a:t>
            </a:r>
            <a:r>
              <a:rPr lang="en-US" dirty="0" err="1">
                <a:solidFill>
                  <a:schemeClr val="bg1"/>
                </a:solidFill>
              </a:rPr>
              <a:t>compose.yml</a:t>
            </a:r>
            <a:r>
              <a:rPr lang="en-US" dirty="0">
                <a:solidFill>
                  <a:schemeClr val="bg1"/>
                </a:solidFill>
              </a:rPr>
              <a:t> file manages network aliases (e.g., http://simulator:8080), ensuring services can find each other automatically.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Scalability: We can restart or update the Rules Engine without stopping the data ingestion from the sensors.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Environment Parity: "It works on my machine" means "It works on Mars.“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>
              <a:buClr>
                <a:srgbClr val="E9EDEE"/>
              </a:buClr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7561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2945138-1180-65C0-F7AE-208CF9AB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">
            <a:extLst>
              <a:ext uri="{FF2B5EF4-FFF2-40B4-BE49-F238E27FC236}">
                <a16:creationId xmlns:a16="http://schemas.microsoft.com/office/drawing/2014/main" id="{060F0E69-1676-CC8D-DA55-007D11D8CD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25</a:t>
            </a:fld>
            <a:endParaRPr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93EC5E0-8C3E-4250-4C3E-31801ECFE80F}"/>
              </a:ext>
            </a:extLst>
          </p:cNvPr>
          <p:cNvSpPr txBox="1"/>
          <p:nvPr/>
        </p:nvSpPr>
        <p:spPr>
          <a:xfrm>
            <a:off x="237744" y="115824"/>
            <a:ext cx="4931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E9EDEE"/>
              </a:buClr>
            </a:pPr>
            <a:r>
              <a:rPr lang="it-IT" dirty="0">
                <a:solidFill>
                  <a:schemeClr val="bg1"/>
                </a:solidFill>
              </a:rPr>
              <a:t>DEPLOYMENT AND CONTAINERIZATION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CED0B47-F6FC-84A1-0356-349DB4D8D9F8}"/>
              </a:ext>
            </a:extLst>
          </p:cNvPr>
          <p:cNvSpPr txBox="1"/>
          <p:nvPr/>
        </p:nvSpPr>
        <p:spPr>
          <a:xfrm>
            <a:off x="605466" y="576721"/>
            <a:ext cx="84795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have successfully built a fragmented automation stack into a unified, reactive safety system.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Unified Data: Heterogeneous sensors are now one single "Martian Language."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Reliability: Kafka ensures no life-critical data is lost during spikes.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Automation: The Rules Engine provides the 24/7 "Autopilot" the habitat needs.</a:t>
            </a:r>
          </a:p>
          <a:p>
            <a:pPr marL="285750" indent="-285750">
              <a:buClr>
                <a:srgbClr val="E9EDEE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Modern UX: A dashboard designed for rapid response and situational awareness.</a:t>
            </a:r>
          </a:p>
          <a:p>
            <a:pPr>
              <a:buClr>
                <a:srgbClr val="E9EDEE"/>
              </a:buClr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61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0" name="Rectangle 139">
            <a:extLst>
              <a:ext uri="{FF2B5EF4-FFF2-40B4-BE49-F238E27FC236}">
                <a16:creationId xmlns:a16="http://schemas.microsoft.com/office/drawing/2014/main" id="{62AE8E50-35D4-4D5A-A4BB-168CBB027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1544" cy="51442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Freeform 16">
            <a:extLst>
              <a:ext uri="{FF2B5EF4-FFF2-40B4-BE49-F238E27FC236}">
                <a16:creationId xmlns:a16="http://schemas.microsoft.com/office/drawing/2014/main" id="{C37D1D6D-17D8-4296-B000-665D1892D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797" y="957404"/>
            <a:ext cx="4177813" cy="3228207"/>
          </a:xfrm>
          <a:custGeom>
            <a:avLst/>
            <a:gdLst>
              <a:gd name="connsiteX0" fmla="*/ 4985599 w 5593163"/>
              <a:gd name="connsiteY0" fmla="*/ 636203 h 4305008"/>
              <a:gd name="connsiteX1" fmla="*/ 5528908 w 5593163"/>
              <a:gd name="connsiteY1" fmla="*/ 1181049 h 4305008"/>
              <a:gd name="connsiteX2" fmla="*/ 4985599 w 5593163"/>
              <a:gd name="connsiteY2" fmla="*/ 636203 h 4305008"/>
              <a:gd name="connsiteX3" fmla="*/ 4985599 w 5593163"/>
              <a:gd name="connsiteY3" fmla="*/ 2333028 h 4305008"/>
              <a:gd name="connsiteX4" fmla="*/ 5528908 w 5593163"/>
              <a:gd name="connsiteY4" fmla="*/ 2877874 h 4305008"/>
              <a:gd name="connsiteX5" fmla="*/ 4985599 w 5593163"/>
              <a:gd name="connsiteY5" fmla="*/ 2333028 h 4305008"/>
              <a:gd name="connsiteX6" fmla="*/ 4985597 w 5593163"/>
              <a:gd name="connsiteY6" fmla="*/ 2034258 h 4305008"/>
              <a:gd name="connsiteX7" fmla="*/ 5528906 w 5593163"/>
              <a:gd name="connsiteY7" fmla="*/ 1493690 h 4305008"/>
              <a:gd name="connsiteX8" fmla="*/ 4985597 w 5593163"/>
              <a:gd name="connsiteY8" fmla="*/ 2034258 h 4305008"/>
              <a:gd name="connsiteX9" fmla="*/ 4985597 w 5593163"/>
              <a:gd name="connsiteY9" fmla="*/ 3731083 h 4305008"/>
              <a:gd name="connsiteX10" fmla="*/ 5528906 w 5593163"/>
              <a:gd name="connsiteY10" fmla="*/ 3190516 h 4305008"/>
              <a:gd name="connsiteX11" fmla="*/ 4985597 w 5593163"/>
              <a:gd name="connsiteY11" fmla="*/ 3731083 h 4305008"/>
              <a:gd name="connsiteX12" fmla="*/ 4842232 w 5593163"/>
              <a:gd name="connsiteY12" fmla="*/ 503273 h 4305008"/>
              <a:gd name="connsiteX13" fmla="*/ 4842826 w 5593163"/>
              <a:gd name="connsiteY13" fmla="*/ 491833 h 4305008"/>
              <a:gd name="connsiteX14" fmla="*/ 4843324 w 5593163"/>
              <a:gd name="connsiteY14" fmla="*/ 491866 h 4305008"/>
              <a:gd name="connsiteX15" fmla="*/ 4843350 w 5593163"/>
              <a:gd name="connsiteY15" fmla="*/ 491372 h 4305008"/>
              <a:gd name="connsiteX16" fmla="*/ 4860437 w 5593163"/>
              <a:gd name="connsiteY16" fmla="*/ 492995 h 4305008"/>
              <a:gd name="connsiteX17" fmla="*/ 4955899 w 5593163"/>
              <a:gd name="connsiteY17" fmla="*/ 502060 h 4305008"/>
              <a:gd name="connsiteX18" fmla="*/ 4972112 w 5593163"/>
              <a:gd name="connsiteY18" fmla="*/ 503599 h 4305008"/>
              <a:gd name="connsiteX19" fmla="*/ 4972229 w 5593163"/>
              <a:gd name="connsiteY19" fmla="*/ 504747 h 4305008"/>
              <a:gd name="connsiteX20" fmla="*/ 5583809 w 5593163"/>
              <a:gd name="connsiteY20" fmla="*/ 948988 h 4305008"/>
              <a:gd name="connsiteX21" fmla="*/ 5593163 w 5593163"/>
              <a:gd name="connsiteY21" fmla="*/ 971822 h 4305008"/>
              <a:gd name="connsiteX22" fmla="*/ 5593163 w 5593163"/>
              <a:gd name="connsiteY22" fmla="*/ 1318474 h 4305008"/>
              <a:gd name="connsiteX23" fmla="*/ 5558612 w 5593163"/>
              <a:gd name="connsiteY23" fmla="*/ 1315193 h 4305008"/>
              <a:gd name="connsiteX24" fmla="*/ 5542395 w 5593163"/>
              <a:gd name="connsiteY24" fmla="*/ 1313653 h 4305008"/>
              <a:gd name="connsiteX25" fmla="*/ 5542279 w 5593163"/>
              <a:gd name="connsiteY25" fmla="*/ 1312505 h 4305008"/>
              <a:gd name="connsiteX26" fmla="*/ 4852114 w 5593163"/>
              <a:gd name="connsiteY26" fmla="*/ 619464 h 4305008"/>
              <a:gd name="connsiteX27" fmla="*/ 4851608 w 5593163"/>
              <a:gd name="connsiteY27" fmla="*/ 619401 h 4305008"/>
              <a:gd name="connsiteX28" fmla="*/ 4851070 w 5593163"/>
              <a:gd name="connsiteY28" fmla="*/ 612725 h 4305008"/>
              <a:gd name="connsiteX29" fmla="*/ 4843603 w 5593163"/>
              <a:gd name="connsiteY29" fmla="*/ 520249 h 4305008"/>
              <a:gd name="connsiteX30" fmla="*/ 4842232 w 5593163"/>
              <a:gd name="connsiteY30" fmla="*/ 503273 h 4305008"/>
              <a:gd name="connsiteX31" fmla="*/ 4842232 w 5593163"/>
              <a:gd name="connsiteY31" fmla="*/ 2200098 h 4305008"/>
              <a:gd name="connsiteX32" fmla="*/ 4842826 w 5593163"/>
              <a:gd name="connsiteY32" fmla="*/ 2188658 h 4305008"/>
              <a:gd name="connsiteX33" fmla="*/ 4843324 w 5593163"/>
              <a:gd name="connsiteY33" fmla="*/ 2188691 h 4305008"/>
              <a:gd name="connsiteX34" fmla="*/ 4843350 w 5593163"/>
              <a:gd name="connsiteY34" fmla="*/ 2188197 h 4305008"/>
              <a:gd name="connsiteX35" fmla="*/ 4860437 w 5593163"/>
              <a:gd name="connsiteY35" fmla="*/ 2189820 h 4305008"/>
              <a:gd name="connsiteX36" fmla="*/ 4955899 w 5593163"/>
              <a:gd name="connsiteY36" fmla="*/ 2198885 h 4305008"/>
              <a:gd name="connsiteX37" fmla="*/ 4972112 w 5593163"/>
              <a:gd name="connsiteY37" fmla="*/ 2200424 h 4305008"/>
              <a:gd name="connsiteX38" fmla="*/ 4972229 w 5593163"/>
              <a:gd name="connsiteY38" fmla="*/ 2201572 h 4305008"/>
              <a:gd name="connsiteX39" fmla="*/ 5583809 w 5593163"/>
              <a:gd name="connsiteY39" fmla="*/ 2645813 h 4305008"/>
              <a:gd name="connsiteX40" fmla="*/ 5593163 w 5593163"/>
              <a:gd name="connsiteY40" fmla="*/ 2668647 h 4305008"/>
              <a:gd name="connsiteX41" fmla="*/ 5593163 w 5593163"/>
              <a:gd name="connsiteY41" fmla="*/ 3015299 h 4305008"/>
              <a:gd name="connsiteX42" fmla="*/ 5558612 w 5593163"/>
              <a:gd name="connsiteY42" fmla="*/ 3012018 h 4305008"/>
              <a:gd name="connsiteX43" fmla="*/ 5542395 w 5593163"/>
              <a:gd name="connsiteY43" fmla="*/ 3010478 h 4305008"/>
              <a:gd name="connsiteX44" fmla="*/ 5542279 w 5593163"/>
              <a:gd name="connsiteY44" fmla="*/ 3009330 h 4305008"/>
              <a:gd name="connsiteX45" fmla="*/ 4852114 w 5593163"/>
              <a:gd name="connsiteY45" fmla="*/ 2316289 h 4305008"/>
              <a:gd name="connsiteX46" fmla="*/ 4851608 w 5593163"/>
              <a:gd name="connsiteY46" fmla="*/ 2316226 h 4305008"/>
              <a:gd name="connsiteX47" fmla="*/ 4851070 w 5593163"/>
              <a:gd name="connsiteY47" fmla="*/ 2309550 h 4305008"/>
              <a:gd name="connsiteX48" fmla="*/ 4843603 w 5593163"/>
              <a:gd name="connsiteY48" fmla="*/ 2217074 h 4305008"/>
              <a:gd name="connsiteX49" fmla="*/ 4842232 w 5593163"/>
              <a:gd name="connsiteY49" fmla="*/ 2200098 h 4305008"/>
              <a:gd name="connsiteX50" fmla="*/ 4842232 w 5593163"/>
              <a:gd name="connsiteY50" fmla="*/ 3896923 h 4305008"/>
              <a:gd name="connsiteX51" fmla="*/ 4842826 w 5593163"/>
              <a:gd name="connsiteY51" fmla="*/ 3885483 h 4305008"/>
              <a:gd name="connsiteX52" fmla="*/ 4843324 w 5593163"/>
              <a:gd name="connsiteY52" fmla="*/ 3885516 h 4305008"/>
              <a:gd name="connsiteX53" fmla="*/ 4843350 w 5593163"/>
              <a:gd name="connsiteY53" fmla="*/ 3885022 h 4305008"/>
              <a:gd name="connsiteX54" fmla="*/ 4860437 w 5593163"/>
              <a:gd name="connsiteY54" fmla="*/ 3886645 h 4305008"/>
              <a:gd name="connsiteX55" fmla="*/ 4955899 w 5593163"/>
              <a:gd name="connsiteY55" fmla="*/ 3895710 h 4305008"/>
              <a:gd name="connsiteX56" fmla="*/ 4972112 w 5593163"/>
              <a:gd name="connsiteY56" fmla="*/ 3897249 h 4305008"/>
              <a:gd name="connsiteX57" fmla="*/ 4972229 w 5593163"/>
              <a:gd name="connsiteY57" fmla="*/ 3898397 h 4305008"/>
              <a:gd name="connsiteX58" fmla="*/ 5532481 w 5593163"/>
              <a:gd name="connsiteY58" fmla="*/ 4255797 h 4305008"/>
              <a:gd name="connsiteX59" fmla="*/ 5560926 w 5593163"/>
              <a:gd name="connsiteY59" fmla="*/ 4305008 h 4305008"/>
              <a:gd name="connsiteX60" fmla="*/ 5409877 w 5593163"/>
              <a:gd name="connsiteY60" fmla="*/ 4305008 h 4305008"/>
              <a:gd name="connsiteX61" fmla="*/ 5357754 w 5593163"/>
              <a:gd name="connsiteY61" fmla="*/ 4241205 h 4305008"/>
              <a:gd name="connsiteX62" fmla="*/ 4985599 w 5593163"/>
              <a:gd name="connsiteY62" fmla="*/ 4029853 h 4305008"/>
              <a:gd name="connsiteX63" fmla="*/ 5084780 w 5593163"/>
              <a:gd name="connsiteY63" fmla="*/ 4271827 h 4305008"/>
              <a:gd name="connsiteX64" fmla="*/ 5111462 w 5593163"/>
              <a:gd name="connsiteY64" fmla="*/ 4305008 h 4305008"/>
              <a:gd name="connsiteX65" fmla="*/ 4957353 w 5593163"/>
              <a:gd name="connsiteY65" fmla="*/ 4305008 h 4305008"/>
              <a:gd name="connsiteX66" fmla="*/ 4927231 w 5593163"/>
              <a:gd name="connsiteY66" fmla="*/ 4254710 h 4305008"/>
              <a:gd name="connsiteX67" fmla="*/ 4852114 w 5593163"/>
              <a:gd name="connsiteY67" fmla="*/ 4013114 h 4305008"/>
              <a:gd name="connsiteX68" fmla="*/ 4851608 w 5593163"/>
              <a:gd name="connsiteY68" fmla="*/ 4013051 h 4305008"/>
              <a:gd name="connsiteX69" fmla="*/ 4851070 w 5593163"/>
              <a:gd name="connsiteY69" fmla="*/ 4006375 h 4305008"/>
              <a:gd name="connsiteX70" fmla="*/ 4843603 w 5593163"/>
              <a:gd name="connsiteY70" fmla="*/ 3913899 h 4305008"/>
              <a:gd name="connsiteX71" fmla="*/ 4842232 w 5593163"/>
              <a:gd name="connsiteY71" fmla="*/ 3896923 h 4305008"/>
              <a:gd name="connsiteX72" fmla="*/ 4842230 w 5593163"/>
              <a:gd name="connsiteY72" fmla="*/ 469318 h 4305008"/>
              <a:gd name="connsiteX73" fmla="*/ 4843601 w 5593163"/>
              <a:gd name="connsiteY73" fmla="*/ 452471 h 4305008"/>
              <a:gd name="connsiteX74" fmla="*/ 4851065 w 5593163"/>
              <a:gd name="connsiteY74" fmla="*/ 360740 h 4305008"/>
              <a:gd name="connsiteX75" fmla="*/ 4851605 w 5593163"/>
              <a:gd name="connsiteY75" fmla="*/ 354103 h 4305008"/>
              <a:gd name="connsiteX76" fmla="*/ 4852110 w 5593163"/>
              <a:gd name="connsiteY76" fmla="*/ 354040 h 4305008"/>
              <a:gd name="connsiteX77" fmla="*/ 4936323 w 5593163"/>
              <a:gd name="connsiteY77" fmla="*/ 96778 h 4305008"/>
              <a:gd name="connsiteX78" fmla="*/ 4998957 w 5593163"/>
              <a:gd name="connsiteY78" fmla="*/ 0 h 4305008"/>
              <a:gd name="connsiteX79" fmla="*/ 5167333 w 5593163"/>
              <a:gd name="connsiteY79" fmla="*/ 0 h 4305008"/>
              <a:gd name="connsiteX80" fmla="*/ 5099105 w 5593163"/>
              <a:gd name="connsiteY80" fmla="*/ 76659 h 4305008"/>
              <a:gd name="connsiteX81" fmla="*/ 4985597 w 5593163"/>
              <a:gd name="connsiteY81" fmla="*/ 337433 h 4305008"/>
              <a:gd name="connsiteX82" fmla="*/ 5424571 w 5593163"/>
              <a:gd name="connsiteY82" fmla="*/ 44350 h 4305008"/>
              <a:gd name="connsiteX83" fmla="*/ 5446799 w 5593163"/>
              <a:gd name="connsiteY83" fmla="*/ 0 h 4305008"/>
              <a:gd name="connsiteX84" fmla="*/ 5593163 w 5593163"/>
              <a:gd name="connsiteY84" fmla="*/ 0 h 4305008"/>
              <a:gd name="connsiteX85" fmla="*/ 5593163 w 5593163"/>
              <a:gd name="connsiteY85" fmla="*/ 4197 h 4305008"/>
              <a:gd name="connsiteX86" fmla="*/ 5543598 w 5593163"/>
              <a:gd name="connsiteY86" fmla="*/ 95636 h 4305008"/>
              <a:gd name="connsiteX87" fmla="*/ 4972226 w 5593163"/>
              <a:gd name="connsiteY87" fmla="*/ 467856 h 4305008"/>
              <a:gd name="connsiteX88" fmla="*/ 4972110 w 5593163"/>
              <a:gd name="connsiteY88" fmla="*/ 468995 h 4305008"/>
              <a:gd name="connsiteX89" fmla="*/ 4955893 w 5593163"/>
              <a:gd name="connsiteY89" fmla="*/ 470523 h 4305008"/>
              <a:gd name="connsiteX90" fmla="*/ 4860466 w 5593163"/>
              <a:gd name="connsiteY90" fmla="*/ 479514 h 4305008"/>
              <a:gd name="connsiteX91" fmla="*/ 4843348 w 5593163"/>
              <a:gd name="connsiteY91" fmla="*/ 481127 h 4305008"/>
              <a:gd name="connsiteX92" fmla="*/ 4843322 w 5593163"/>
              <a:gd name="connsiteY92" fmla="*/ 480636 h 4305008"/>
              <a:gd name="connsiteX93" fmla="*/ 4842823 w 5593163"/>
              <a:gd name="connsiteY93" fmla="*/ 480669 h 4305008"/>
              <a:gd name="connsiteX94" fmla="*/ 4842230 w 5593163"/>
              <a:gd name="connsiteY94" fmla="*/ 469318 h 4305008"/>
              <a:gd name="connsiteX95" fmla="*/ 4842230 w 5593163"/>
              <a:gd name="connsiteY95" fmla="*/ 2166144 h 4305008"/>
              <a:gd name="connsiteX96" fmla="*/ 4843601 w 5593163"/>
              <a:gd name="connsiteY96" fmla="*/ 2149296 h 4305008"/>
              <a:gd name="connsiteX97" fmla="*/ 4851065 w 5593163"/>
              <a:gd name="connsiteY97" fmla="*/ 2057565 h 4305008"/>
              <a:gd name="connsiteX98" fmla="*/ 4851605 w 5593163"/>
              <a:gd name="connsiteY98" fmla="*/ 2050928 h 4305008"/>
              <a:gd name="connsiteX99" fmla="*/ 4852110 w 5593163"/>
              <a:gd name="connsiteY99" fmla="*/ 2050865 h 4305008"/>
              <a:gd name="connsiteX100" fmla="*/ 5542276 w 5593163"/>
              <a:gd name="connsiteY100" fmla="*/ 1363267 h 4305008"/>
              <a:gd name="connsiteX101" fmla="*/ 5542393 w 5593163"/>
              <a:gd name="connsiteY101" fmla="*/ 1362128 h 4305008"/>
              <a:gd name="connsiteX102" fmla="*/ 5558606 w 5593163"/>
              <a:gd name="connsiteY102" fmla="*/ 1360601 h 4305008"/>
              <a:gd name="connsiteX103" fmla="*/ 5593163 w 5593163"/>
              <a:gd name="connsiteY103" fmla="*/ 1357345 h 4305008"/>
              <a:gd name="connsiteX104" fmla="*/ 5593163 w 5593163"/>
              <a:gd name="connsiteY104" fmla="*/ 1701268 h 4305008"/>
              <a:gd name="connsiteX105" fmla="*/ 5583807 w 5593163"/>
              <a:gd name="connsiteY105" fmla="*/ 1723929 h 4305008"/>
              <a:gd name="connsiteX106" fmla="*/ 4972226 w 5593163"/>
              <a:gd name="connsiteY106" fmla="*/ 2164681 h 4305008"/>
              <a:gd name="connsiteX107" fmla="*/ 4972110 w 5593163"/>
              <a:gd name="connsiteY107" fmla="*/ 2165820 h 4305008"/>
              <a:gd name="connsiteX108" fmla="*/ 4955893 w 5593163"/>
              <a:gd name="connsiteY108" fmla="*/ 2167348 h 4305008"/>
              <a:gd name="connsiteX109" fmla="*/ 4860466 w 5593163"/>
              <a:gd name="connsiteY109" fmla="*/ 2176339 h 4305008"/>
              <a:gd name="connsiteX110" fmla="*/ 4843348 w 5593163"/>
              <a:gd name="connsiteY110" fmla="*/ 2177952 h 4305008"/>
              <a:gd name="connsiteX111" fmla="*/ 4843322 w 5593163"/>
              <a:gd name="connsiteY111" fmla="*/ 2177461 h 4305008"/>
              <a:gd name="connsiteX112" fmla="*/ 4842823 w 5593163"/>
              <a:gd name="connsiteY112" fmla="*/ 2177494 h 4305008"/>
              <a:gd name="connsiteX113" fmla="*/ 4842230 w 5593163"/>
              <a:gd name="connsiteY113" fmla="*/ 2166144 h 4305008"/>
              <a:gd name="connsiteX114" fmla="*/ 4842230 w 5593163"/>
              <a:gd name="connsiteY114" fmla="*/ 3862969 h 4305008"/>
              <a:gd name="connsiteX115" fmla="*/ 4843601 w 5593163"/>
              <a:gd name="connsiteY115" fmla="*/ 3846121 h 4305008"/>
              <a:gd name="connsiteX116" fmla="*/ 4851065 w 5593163"/>
              <a:gd name="connsiteY116" fmla="*/ 3754390 h 4305008"/>
              <a:gd name="connsiteX117" fmla="*/ 4851605 w 5593163"/>
              <a:gd name="connsiteY117" fmla="*/ 3747753 h 4305008"/>
              <a:gd name="connsiteX118" fmla="*/ 4852110 w 5593163"/>
              <a:gd name="connsiteY118" fmla="*/ 3747690 h 4305008"/>
              <a:gd name="connsiteX119" fmla="*/ 5542276 w 5593163"/>
              <a:gd name="connsiteY119" fmla="*/ 3060092 h 4305008"/>
              <a:gd name="connsiteX120" fmla="*/ 5542393 w 5593163"/>
              <a:gd name="connsiteY120" fmla="*/ 3058953 h 4305008"/>
              <a:gd name="connsiteX121" fmla="*/ 5558606 w 5593163"/>
              <a:gd name="connsiteY121" fmla="*/ 3057426 h 4305008"/>
              <a:gd name="connsiteX122" fmla="*/ 5593163 w 5593163"/>
              <a:gd name="connsiteY122" fmla="*/ 3054170 h 4305008"/>
              <a:gd name="connsiteX123" fmla="*/ 5593163 w 5593163"/>
              <a:gd name="connsiteY123" fmla="*/ 3398093 h 4305008"/>
              <a:gd name="connsiteX124" fmla="*/ 5583807 w 5593163"/>
              <a:gd name="connsiteY124" fmla="*/ 3420754 h 4305008"/>
              <a:gd name="connsiteX125" fmla="*/ 4972226 w 5593163"/>
              <a:gd name="connsiteY125" fmla="*/ 3861506 h 4305008"/>
              <a:gd name="connsiteX126" fmla="*/ 4972110 w 5593163"/>
              <a:gd name="connsiteY126" fmla="*/ 3862645 h 4305008"/>
              <a:gd name="connsiteX127" fmla="*/ 4955893 w 5593163"/>
              <a:gd name="connsiteY127" fmla="*/ 3864173 h 4305008"/>
              <a:gd name="connsiteX128" fmla="*/ 4860466 w 5593163"/>
              <a:gd name="connsiteY128" fmla="*/ 3873164 h 4305008"/>
              <a:gd name="connsiteX129" fmla="*/ 4843348 w 5593163"/>
              <a:gd name="connsiteY129" fmla="*/ 3874777 h 4305008"/>
              <a:gd name="connsiteX130" fmla="*/ 4843322 w 5593163"/>
              <a:gd name="connsiteY130" fmla="*/ 3874286 h 4305008"/>
              <a:gd name="connsiteX131" fmla="*/ 4842823 w 5593163"/>
              <a:gd name="connsiteY131" fmla="*/ 3874319 h 4305008"/>
              <a:gd name="connsiteX132" fmla="*/ 4842230 w 5593163"/>
              <a:gd name="connsiteY132" fmla="*/ 3862969 h 4305008"/>
              <a:gd name="connsiteX133" fmla="*/ 4135041 w 5593163"/>
              <a:gd name="connsiteY133" fmla="*/ 1181049 h 4305008"/>
              <a:gd name="connsiteX134" fmla="*/ 4678350 w 5593163"/>
              <a:gd name="connsiteY134" fmla="*/ 636203 h 4305008"/>
              <a:gd name="connsiteX135" fmla="*/ 4135041 w 5593163"/>
              <a:gd name="connsiteY135" fmla="*/ 1181049 h 4305008"/>
              <a:gd name="connsiteX136" fmla="*/ 4135041 w 5593163"/>
              <a:gd name="connsiteY136" fmla="*/ 1493690 h 4305008"/>
              <a:gd name="connsiteX137" fmla="*/ 4678350 w 5593163"/>
              <a:gd name="connsiteY137" fmla="*/ 2034258 h 4305008"/>
              <a:gd name="connsiteX138" fmla="*/ 4135041 w 5593163"/>
              <a:gd name="connsiteY138" fmla="*/ 1493690 h 4305008"/>
              <a:gd name="connsiteX139" fmla="*/ 4135041 w 5593163"/>
              <a:gd name="connsiteY139" fmla="*/ 2877874 h 4305008"/>
              <a:gd name="connsiteX140" fmla="*/ 4678350 w 5593163"/>
              <a:gd name="connsiteY140" fmla="*/ 2333028 h 4305008"/>
              <a:gd name="connsiteX141" fmla="*/ 4135041 w 5593163"/>
              <a:gd name="connsiteY141" fmla="*/ 2877874 h 4305008"/>
              <a:gd name="connsiteX142" fmla="*/ 4135041 w 5593163"/>
              <a:gd name="connsiteY142" fmla="*/ 3190516 h 4305008"/>
              <a:gd name="connsiteX143" fmla="*/ 4678350 w 5593163"/>
              <a:gd name="connsiteY143" fmla="*/ 3731083 h 4305008"/>
              <a:gd name="connsiteX144" fmla="*/ 4135041 w 5593163"/>
              <a:gd name="connsiteY144" fmla="*/ 3190516 h 4305008"/>
              <a:gd name="connsiteX145" fmla="*/ 4103022 w 5593163"/>
              <a:gd name="connsiteY145" fmla="*/ 4305008 h 4305008"/>
              <a:gd name="connsiteX146" fmla="*/ 4131467 w 5593163"/>
              <a:gd name="connsiteY146" fmla="*/ 4255797 h 4305008"/>
              <a:gd name="connsiteX147" fmla="*/ 4691720 w 5593163"/>
              <a:gd name="connsiteY147" fmla="*/ 3898397 h 4305008"/>
              <a:gd name="connsiteX148" fmla="*/ 4691837 w 5593163"/>
              <a:gd name="connsiteY148" fmla="*/ 3897249 h 4305008"/>
              <a:gd name="connsiteX149" fmla="*/ 4708050 w 5593163"/>
              <a:gd name="connsiteY149" fmla="*/ 3895710 h 4305008"/>
              <a:gd name="connsiteX150" fmla="*/ 4803512 w 5593163"/>
              <a:gd name="connsiteY150" fmla="*/ 3886645 h 4305008"/>
              <a:gd name="connsiteX151" fmla="*/ 4820599 w 5593163"/>
              <a:gd name="connsiteY151" fmla="*/ 3885022 h 4305008"/>
              <a:gd name="connsiteX152" fmla="*/ 4820625 w 5593163"/>
              <a:gd name="connsiteY152" fmla="*/ 3885516 h 4305008"/>
              <a:gd name="connsiteX153" fmla="*/ 4821123 w 5593163"/>
              <a:gd name="connsiteY153" fmla="*/ 3885483 h 4305008"/>
              <a:gd name="connsiteX154" fmla="*/ 4821717 w 5593163"/>
              <a:gd name="connsiteY154" fmla="*/ 3896923 h 4305008"/>
              <a:gd name="connsiteX155" fmla="*/ 4820346 w 5593163"/>
              <a:gd name="connsiteY155" fmla="*/ 3913899 h 4305008"/>
              <a:gd name="connsiteX156" fmla="*/ 4812879 w 5593163"/>
              <a:gd name="connsiteY156" fmla="*/ 4006375 h 4305008"/>
              <a:gd name="connsiteX157" fmla="*/ 4812341 w 5593163"/>
              <a:gd name="connsiteY157" fmla="*/ 4013051 h 4305008"/>
              <a:gd name="connsiteX158" fmla="*/ 4811835 w 5593163"/>
              <a:gd name="connsiteY158" fmla="*/ 4013114 h 4305008"/>
              <a:gd name="connsiteX159" fmla="*/ 4736718 w 5593163"/>
              <a:gd name="connsiteY159" fmla="*/ 4254710 h 4305008"/>
              <a:gd name="connsiteX160" fmla="*/ 4706597 w 5593163"/>
              <a:gd name="connsiteY160" fmla="*/ 4305008 h 4305008"/>
              <a:gd name="connsiteX161" fmla="*/ 4552487 w 5593163"/>
              <a:gd name="connsiteY161" fmla="*/ 4305008 h 4305008"/>
              <a:gd name="connsiteX162" fmla="*/ 4579169 w 5593163"/>
              <a:gd name="connsiteY162" fmla="*/ 4271827 h 4305008"/>
              <a:gd name="connsiteX163" fmla="*/ 4678350 w 5593163"/>
              <a:gd name="connsiteY163" fmla="*/ 4029853 h 4305008"/>
              <a:gd name="connsiteX164" fmla="*/ 4306196 w 5593163"/>
              <a:gd name="connsiteY164" fmla="*/ 4241205 h 4305008"/>
              <a:gd name="connsiteX165" fmla="*/ 4254073 w 5593163"/>
              <a:gd name="connsiteY165" fmla="*/ 4305008 h 4305008"/>
              <a:gd name="connsiteX166" fmla="*/ 4068511 w 5593163"/>
              <a:gd name="connsiteY166" fmla="*/ 0 h 4305008"/>
              <a:gd name="connsiteX167" fmla="*/ 4217148 w 5593163"/>
              <a:gd name="connsiteY167" fmla="*/ 0 h 4305008"/>
              <a:gd name="connsiteX168" fmla="*/ 4239376 w 5593163"/>
              <a:gd name="connsiteY168" fmla="*/ 44350 h 4305008"/>
              <a:gd name="connsiteX169" fmla="*/ 4678350 w 5593163"/>
              <a:gd name="connsiteY169" fmla="*/ 337433 h 4305008"/>
              <a:gd name="connsiteX170" fmla="*/ 4564842 w 5593163"/>
              <a:gd name="connsiteY170" fmla="*/ 76659 h 4305008"/>
              <a:gd name="connsiteX171" fmla="*/ 4496615 w 5593163"/>
              <a:gd name="connsiteY171" fmla="*/ 0 h 4305008"/>
              <a:gd name="connsiteX172" fmla="*/ 4664989 w 5593163"/>
              <a:gd name="connsiteY172" fmla="*/ 0 h 4305008"/>
              <a:gd name="connsiteX173" fmla="*/ 4727623 w 5593163"/>
              <a:gd name="connsiteY173" fmla="*/ 96778 h 4305008"/>
              <a:gd name="connsiteX174" fmla="*/ 4811836 w 5593163"/>
              <a:gd name="connsiteY174" fmla="*/ 354040 h 4305008"/>
              <a:gd name="connsiteX175" fmla="*/ 4812342 w 5593163"/>
              <a:gd name="connsiteY175" fmla="*/ 354103 h 4305008"/>
              <a:gd name="connsiteX176" fmla="*/ 4812882 w 5593163"/>
              <a:gd name="connsiteY176" fmla="*/ 360740 h 4305008"/>
              <a:gd name="connsiteX177" fmla="*/ 4820346 w 5593163"/>
              <a:gd name="connsiteY177" fmla="*/ 452471 h 4305008"/>
              <a:gd name="connsiteX178" fmla="*/ 4821717 w 5593163"/>
              <a:gd name="connsiteY178" fmla="*/ 469318 h 4305008"/>
              <a:gd name="connsiteX179" fmla="*/ 4821124 w 5593163"/>
              <a:gd name="connsiteY179" fmla="*/ 480669 h 4305008"/>
              <a:gd name="connsiteX180" fmla="*/ 4820625 w 5593163"/>
              <a:gd name="connsiteY180" fmla="*/ 480636 h 4305008"/>
              <a:gd name="connsiteX181" fmla="*/ 4820599 w 5593163"/>
              <a:gd name="connsiteY181" fmla="*/ 481127 h 4305008"/>
              <a:gd name="connsiteX182" fmla="*/ 4803481 w 5593163"/>
              <a:gd name="connsiteY182" fmla="*/ 479514 h 4305008"/>
              <a:gd name="connsiteX183" fmla="*/ 4708054 w 5593163"/>
              <a:gd name="connsiteY183" fmla="*/ 470523 h 4305008"/>
              <a:gd name="connsiteX184" fmla="*/ 4691837 w 5593163"/>
              <a:gd name="connsiteY184" fmla="*/ 468995 h 4305008"/>
              <a:gd name="connsiteX185" fmla="*/ 4691721 w 5593163"/>
              <a:gd name="connsiteY185" fmla="*/ 467856 h 4305008"/>
              <a:gd name="connsiteX186" fmla="*/ 4120350 w 5593163"/>
              <a:gd name="connsiteY186" fmla="*/ 95636 h 4305008"/>
              <a:gd name="connsiteX187" fmla="*/ 3991674 w 5593163"/>
              <a:gd name="connsiteY187" fmla="*/ 1313979 h 4305008"/>
              <a:gd name="connsiteX188" fmla="*/ 3993045 w 5593163"/>
              <a:gd name="connsiteY188" fmla="*/ 1296998 h 4305008"/>
              <a:gd name="connsiteX189" fmla="*/ 4000509 w 5593163"/>
              <a:gd name="connsiteY189" fmla="*/ 1204541 h 4305008"/>
              <a:gd name="connsiteX190" fmla="*/ 4001049 w 5593163"/>
              <a:gd name="connsiteY190" fmla="*/ 1197851 h 4305008"/>
              <a:gd name="connsiteX191" fmla="*/ 4001555 w 5593163"/>
              <a:gd name="connsiteY191" fmla="*/ 1197788 h 4305008"/>
              <a:gd name="connsiteX192" fmla="*/ 4691720 w 5593163"/>
              <a:gd name="connsiteY192" fmla="*/ 504747 h 4305008"/>
              <a:gd name="connsiteX193" fmla="*/ 4691837 w 5593163"/>
              <a:gd name="connsiteY193" fmla="*/ 503599 h 4305008"/>
              <a:gd name="connsiteX194" fmla="*/ 4708050 w 5593163"/>
              <a:gd name="connsiteY194" fmla="*/ 502060 h 4305008"/>
              <a:gd name="connsiteX195" fmla="*/ 4803512 w 5593163"/>
              <a:gd name="connsiteY195" fmla="*/ 492995 h 4305008"/>
              <a:gd name="connsiteX196" fmla="*/ 4820599 w 5593163"/>
              <a:gd name="connsiteY196" fmla="*/ 491372 h 4305008"/>
              <a:gd name="connsiteX197" fmla="*/ 4820625 w 5593163"/>
              <a:gd name="connsiteY197" fmla="*/ 491866 h 4305008"/>
              <a:gd name="connsiteX198" fmla="*/ 4821123 w 5593163"/>
              <a:gd name="connsiteY198" fmla="*/ 491833 h 4305008"/>
              <a:gd name="connsiteX199" fmla="*/ 4821717 w 5593163"/>
              <a:gd name="connsiteY199" fmla="*/ 503273 h 4305008"/>
              <a:gd name="connsiteX200" fmla="*/ 4820346 w 5593163"/>
              <a:gd name="connsiteY200" fmla="*/ 520249 h 4305008"/>
              <a:gd name="connsiteX201" fmla="*/ 4812879 w 5593163"/>
              <a:gd name="connsiteY201" fmla="*/ 612725 h 4305008"/>
              <a:gd name="connsiteX202" fmla="*/ 4812341 w 5593163"/>
              <a:gd name="connsiteY202" fmla="*/ 619401 h 4305008"/>
              <a:gd name="connsiteX203" fmla="*/ 4811835 w 5593163"/>
              <a:gd name="connsiteY203" fmla="*/ 619464 h 4305008"/>
              <a:gd name="connsiteX204" fmla="*/ 4121670 w 5593163"/>
              <a:gd name="connsiteY204" fmla="*/ 1312505 h 4305008"/>
              <a:gd name="connsiteX205" fmla="*/ 4121554 w 5593163"/>
              <a:gd name="connsiteY205" fmla="*/ 1313653 h 4305008"/>
              <a:gd name="connsiteX206" fmla="*/ 4105337 w 5593163"/>
              <a:gd name="connsiteY206" fmla="*/ 1315193 h 4305008"/>
              <a:gd name="connsiteX207" fmla="*/ 4009911 w 5593163"/>
              <a:gd name="connsiteY207" fmla="*/ 1324255 h 4305008"/>
              <a:gd name="connsiteX208" fmla="*/ 3992792 w 5593163"/>
              <a:gd name="connsiteY208" fmla="*/ 1325881 h 4305008"/>
              <a:gd name="connsiteX209" fmla="*/ 3992766 w 5593163"/>
              <a:gd name="connsiteY209" fmla="*/ 1325386 h 4305008"/>
              <a:gd name="connsiteX210" fmla="*/ 3992267 w 5593163"/>
              <a:gd name="connsiteY210" fmla="*/ 1325419 h 4305008"/>
              <a:gd name="connsiteX211" fmla="*/ 3991674 w 5593163"/>
              <a:gd name="connsiteY211" fmla="*/ 1313979 h 4305008"/>
              <a:gd name="connsiteX212" fmla="*/ 3991674 w 5593163"/>
              <a:gd name="connsiteY212" fmla="*/ 1361805 h 4305008"/>
              <a:gd name="connsiteX213" fmla="*/ 3992268 w 5593163"/>
              <a:gd name="connsiteY213" fmla="*/ 1350455 h 4305008"/>
              <a:gd name="connsiteX214" fmla="*/ 3992766 w 5593163"/>
              <a:gd name="connsiteY214" fmla="*/ 1350487 h 4305008"/>
              <a:gd name="connsiteX215" fmla="*/ 3992792 w 5593163"/>
              <a:gd name="connsiteY215" fmla="*/ 1349997 h 4305008"/>
              <a:gd name="connsiteX216" fmla="*/ 4009880 w 5593163"/>
              <a:gd name="connsiteY216" fmla="*/ 1351607 h 4305008"/>
              <a:gd name="connsiteX217" fmla="*/ 4105341 w 5593163"/>
              <a:gd name="connsiteY217" fmla="*/ 1360601 h 4305008"/>
              <a:gd name="connsiteX218" fmla="*/ 4121554 w 5593163"/>
              <a:gd name="connsiteY218" fmla="*/ 1362128 h 4305008"/>
              <a:gd name="connsiteX219" fmla="*/ 4121671 w 5593163"/>
              <a:gd name="connsiteY219" fmla="*/ 1363267 h 4305008"/>
              <a:gd name="connsiteX220" fmla="*/ 4811836 w 5593163"/>
              <a:gd name="connsiteY220" fmla="*/ 2050865 h 4305008"/>
              <a:gd name="connsiteX221" fmla="*/ 4812342 w 5593163"/>
              <a:gd name="connsiteY221" fmla="*/ 2050928 h 4305008"/>
              <a:gd name="connsiteX222" fmla="*/ 4812882 w 5593163"/>
              <a:gd name="connsiteY222" fmla="*/ 2057565 h 4305008"/>
              <a:gd name="connsiteX223" fmla="*/ 4820346 w 5593163"/>
              <a:gd name="connsiteY223" fmla="*/ 2149296 h 4305008"/>
              <a:gd name="connsiteX224" fmla="*/ 4821717 w 5593163"/>
              <a:gd name="connsiteY224" fmla="*/ 2166144 h 4305008"/>
              <a:gd name="connsiteX225" fmla="*/ 4821124 w 5593163"/>
              <a:gd name="connsiteY225" fmla="*/ 2177494 h 4305008"/>
              <a:gd name="connsiteX226" fmla="*/ 4820625 w 5593163"/>
              <a:gd name="connsiteY226" fmla="*/ 2177461 h 4305008"/>
              <a:gd name="connsiteX227" fmla="*/ 4820599 w 5593163"/>
              <a:gd name="connsiteY227" fmla="*/ 2177952 h 4305008"/>
              <a:gd name="connsiteX228" fmla="*/ 4803481 w 5593163"/>
              <a:gd name="connsiteY228" fmla="*/ 2176339 h 4305008"/>
              <a:gd name="connsiteX229" fmla="*/ 4708054 w 5593163"/>
              <a:gd name="connsiteY229" fmla="*/ 2167348 h 4305008"/>
              <a:gd name="connsiteX230" fmla="*/ 4691837 w 5593163"/>
              <a:gd name="connsiteY230" fmla="*/ 2165820 h 4305008"/>
              <a:gd name="connsiteX231" fmla="*/ 4691721 w 5593163"/>
              <a:gd name="connsiteY231" fmla="*/ 2164681 h 4305008"/>
              <a:gd name="connsiteX232" fmla="*/ 4001556 w 5593163"/>
              <a:gd name="connsiteY232" fmla="*/ 1477083 h 4305008"/>
              <a:gd name="connsiteX233" fmla="*/ 4001050 w 5593163"/>
              <a:gd name="connsiteY233" fmla="*/ 1477021 h 4305008"/>
              <a:gd name="connsiteX234" fmla="*/ 4000512 w 5593163"/>
              <a:gd name="connsiteY234" fmla="*/ 1470397 h 4305008"/>
              <a:gd name="connsiteX235" fmla="*/ 3993045 w 5593163"/>
              <a:gd name="connsiteY235" fmla="*/ 1378647 h 4305008"/>
              <a:gd name="connsiteX236" fmla="*/ 3991674 w 5593163"/>
              <a:gd name="connsiteY236" fmla="*/ 1361805 h 4305008"/>
              <a:gd name="connsiteX237" fmla="*/ 3991674 w 5593163"/>
              <a:gd name="connsiteY237" fmla="*/ 3010804 h 4305008"/>
              <a:gd name="connsiteX238" fmla="*/ 3993045 w 5593163"/>
              <a:gd name="connsiteY238" fmla="*/ 2993823 h 4305008"/>
              <a:gd name="connsiteX239" fmla="*/ 4000509 w 5593163"/>
              <a:gd name="connsiteY239" fmla="*/ 2901366 h 4305008"/>
              <a:gd name="connsiteX240" fmla="*/ 4001049 w 5593163"/>
              <a:gd name="connsiteY240" fmla="*/ 2894676 h 4305008"/>
              <a:gd name="connsiteX241" fmla="*/ 4001555 w 5593163"/>
              <a:gd name="connsiteY241" fmla="*/ 2894613 h 4305008"/>
              <a:gd name="connsiteX242" fmla="*/ 4691720 w 5593163"/>
              <a:gd name="connsiteY242" fmla="*/ 2201572 h 4305008"/>
              <a:gd name="connsiteX243" fmla="*/ 4691837 w 5593163"/>
              <a:gd name="connsiteY243" fmla="*/ 2200424 h 4305008"/>
              <a:gd name="connsiteX244" fmla="*/ 4708050 w 5593163"/>
              <a:gd name="connsiteY244" fmla="*/ 2198885 h 4305008"/>
              <a:gd name="connsiteX245" fmla="*/ 4803512 w 5593163"/>
              <a:gd name="connsiteY245" fmla="*/ 2189820 h 4305008"/>
              <a:gd name="connsiteX246" fmla="*/ 4820599 w 5593163"/>
              <a:gd name="connsiteY246" fmla="*/ 2188197 h 4305008"/>
              <a:gd name="connsiteX247" fmla="*/ 4820625 w 5593163"/>
              <a:gd name="connsiteY247" fmla="*/ 2188691 h 4305008"/>
              <a:gd name="connsiteX248" fmla="*/ 4821123 w 5593163"/>
              <a:gd name="connsiteY248" fmla="*/ 2188658 h 4305008"/>
              <a:gd name="connsiteX249" fmla="*/ 4821717 w 5593163"/>
              <a:gd name="connsiteY249" fmla="*/ 2200098 h 4305008"/>
              <a:gd name="connsiteX250" fmla="*/ 4820346 w 5593163"/>
              <a:gd name="connsiteY250" fmla="*/ 2217074 h 4305008"/>
              <a:gd name="connsiteX251" fmla="*/ 4812879 w 5593163"/>
              <a:gd name="connsiteY251" fmla="*/ 2309550 h 4305008"/>
              <a:gd name="connsiteX252" fmla="*/ 4812341 w 5593163"/>
              <a:gd name="connsiteY252" fmla="*/ 2316226 h 4305008"/>
              <a:gd name="connsiteX253" fmla="*/ 4811835 w 5593163"/>
              <a:gd name="connsiteY253" fmla="*/ 2316289 h 4305008"/>
              <a:gd name="connsiteX254" fmla="*/ 4121670 w 5593163"/>
              <a:gd name="connsiteY254" fmla="*/ 3009330 h 4305008"/>
              <a:gd name="connsiteX255" fmla="*/ 4121554 w 5593163"/>
              <a:gd name="connsiteY255" fmla="*/ 3010478 h 4305008"/>
              <a:gd name="connsiteX256" fmla="*/ 4105337 w 5593163"/>
              <a:gd name="connsiteY256" fmla="*/ 3012018 h 4305008"/>
              <a:gd name="connsiteX257" fmla="*/ 4009911 w 5593163"/>
              <a:gd name="connsiteY257" fmla="*/ 3021080 h 4305008"/>
              <a:gd name="connsiteX258" fmla="*/ 3992792 w 5593163"/>
              <a:gd name="connsiteY258" fmla="*/ 3022706 h 4305008"/>
              <a:gd name="connsiteX259" fmla="*/ 3992766 w 5593163"/>
              <a:gd name="connsiteY259" fmla="*/ 3022211 h 4305008"/>
              <a:gd name="connsiteX260" fmla="*/ 3992267 w 5593163"/>
              <a:gd name="connsiteY260" fmla="*/ 3022244 h 4305008"/>
              <a:gd name="connsiteX261" fmla="*/ 3991674 w 5593163"/>
              <a:gd name="connsiteY261" fmla="*/ 3010804 h 4305008"/>
              <a:gd name="connsiteX262" fmla="*/ 3991674 w 5593163"/>
              <a:gd name="connsiteY262" fmla="*/ 3058630 h 4305008"/>
              <a:gd name="connsiteX263" fmla="*/ 3992268 w 5593163"/>
              <a:gd name="connsiteY263" fmla="*/ 3047280 h 4305008"/>
              <a:gd name="connsiteX264" fmla="*/ 3992766 w 5593163"/>
              <a:gd name="connsiteY264" fmla="*/ 3047312 h 4305008"/>
              <a:gd name="connsiteX265" fmla="*/ 3992792 w 5593163"/>
              <a:gd name="connsiteY265" fmla="*/ 3046822 h 4305008"/>
              <a:gd name="connsiteX266" fmla="*/ 4009880 w 5593163"/>
              <a:gd name="connsiteY266" fmla="*/ 3048432 h 4305008"/>
              <a:gd name="connsiteX267" fmla="*/ 4105341 w 5593163"/>
              <a:gd name="connsiteY267" fmla="*/ 3057426 h 4305008"/>
              <a:gd name="connsiteX268" fmla="*/ 4121554 w 5593163"/>
              <a:gd name="connsiteY268" fmla="*/ 3058953 h 4305008"/>
              <a:gd name="connsiteX269" fmla="*/ 4121671 w 5593163"/>
              <a:gd name="connsiteY269" fmla="*/ 3060092 h 4305008"/>
              <a:gd name="connsiteX270" fmla="*/ 4811836 w 5593163"/>
              <a:gd name="connsiteY270" fmla="*/ 3747690 h 4305008"/>
              <a:gd name="connsiteX271" fmla="*/ 4812342 w 5593163"/>
              <a:gd name="connsiteY271" fmla="*/ 3747753 h 4305008"/>
              <a:gd name="connsiteX272" fmla="*/ 4812882 w 5593163"/>
              <a:gd name="connsiteY272" fmla="*/ 3754390 h 4305008"/>
              <a:gd name="connsiteX273" fmla="*/ 4820346 w 5593163"/>
              <a:gd name="connsiteY273" fmla="*/ 3846121 h 4305008"/>
              <a:gd name="connsiteX274" fmla="*/ 4821717 w 5593163"/>
              <a:gd name="connsiteY274" fmla="*/ 3862969 h 4305008"/>
              <a:gd name="connsiteX275" fmla="*/ 4821124 w 5593163"/>
              <a:gd name="connsiteY275" fmla="*/ 3874319 h 4305008"/>
              <a:gd name="connsiteX276" fmla="*/ 4820625 w 5593163"/>
              <a:gd name="connsiteY276" fmla="*/ 3874286 h 4305008"/>
              <a:gd name="connsiteX277" fmla="*/ 4820599 w 5593163"/>
              <a:gd name="connsiteY277" fmla="*/ 3874777 h 4305008"/>
              <a:gd name="connsiteX278" fmla="*/ 4803481 w 5593163"/>
              <a:gd name="connsiteY278" fmla="*/ 3873164 h 4305008"/>
              <a:gd name="connsiteX279" fmla="*/ 4708054 w 5593163"/>
              <a:gd name="connsiteY279" fmla="*/ 3864173 h 4305008"/>
              <a:gd name="connsiteX280" fmla="*/ 4691837 w 5593163"/>
              <a:gd name="connsiteY280" fmla="*/ 3862645 h 4305008"/>
              <a:gd name="connsiteX281" fmla="*/ 4691721 w 5593163"/>
              <a:gd name="connsiteY281" fmla="*/ 3861506 h 4305008"/>
              <a:gd name="connsiteX282" fmla="*/ 4001556 w 5593163"/>
              <a:gd name="connsiteY282" fmla="*/ 3173908 h 4305008"/>
              <a:gd name="connsiteX283" fmla="*/ 4001050 w 5593163"/>
              <a:gd name="connsiteY283" fmla="*/ 3173846 h 4305008"/>
              <a:gd name="connsiteX284" fmla="*/ 4000512 w 5593163"/>
              <a:gd name="connsiteY284" fmla="*/ 3167222 h 4305008"/>
              <a:gd name="connsiteX285" fmla="*/ 3993045 w 5593163"/>
              <a:gd name="connsiteY285" fmla="*/ 3075472 h 4305008"/>
              <a:gd name="connsiteX286" fmla="*/ 3991674 w 5593163"/>
              <a:gd name="connsiteY286" fmla="*/ 3058630 h 4305008"/>
              <a:gd name="connsiteX287" fmla="*/ 3293448 w 5593163"/>
              <a:gd name="connsiteY287" fmla="*/ 636203 h 4305008"/>
              <a:gd name="connsiteX288" fmla="*/ 3836757 w 5593163"/>
              <a:gd name="connsiteY288" fmla="*/ 1181049 h 4305008"/>
              <a:gd name="connsiteX289" fmla="*/ 3293448 w 5593163"/>
              <a:gd name="connsiteY289" fmla="*/ 636203 h 4305008"/>
              <a:gd name="connsiteX290" fmla="*/ 3293448 w 5593163"/>
              <a:gd name="connsiteY290" fmla="*/ 2333028 h 4305008"/>
              <a:gd name="connsiteX291" fmla="*/ 3836757 w 5593163"/>
              <a:gd name="connsiteY291" fmla="*/ 2877874 h 4305008"/>
              <a:gd name="connsiteX292" fmla="*/ 3293448 w 5593163"/>
              <a:gd name="connsiteY292" fmla="*/ 2333028 h 4305008"/>
              <a:gd name="connsiteX293" fmla="*/ 3293446 w 5593163"/>
              <a:gd name="connsiteY293" fmla="*/ 2034258 h 4305008"/>
              <a:gd name="connsiteX294" fmla="*/ 3836755 w 5593163"/>
              <a:gd name="connsiteY294" fmla="*/ 1493690 h 4305008"/>
              <a:gd name="connsiteX295" fmla="*/ 3293446 w 5593163"/>
              <a:gd name="connsiteY295" fmla="*/ 2034258 h 4305008"/>
              <a:gd name="connsiteX296" fmla="*/ 3293446 w 5593163"/>
              <a:gd name="connsiteY296" fmla="*/ 3731083 h 4305008"/>
              <a:gd name="connsiteX297" fmla="*/ 3836755 w 5593163"/>
              <a:gd name="connsiteY297" fmla="*/ 3190516 h 4305008"/>
              <a:gd name="connsiteX298" fmla="*/ 3293446 w 5593163"/>
              <a:gd name="connsiteY298" fmla="*/ 3731083 h 4305008"/>
              <a:gd name="connsiteX299" fmla="*/ 3150081 w 5593163"/>
              <a:gd name="connsiteY299" fmla="*/ 503273 h 4305008"/>
              <a:gd name="connsiteX300" fmla="*/ 3150675 w 5593163"/>
              <a:gd name="connsiteY300" fmla="*/ 491833 h 4305008"/>
              <a:gd name="connsiteX301" fmla="*/ 3151173 w 5593163"/>
              <a:gd name="connsiteY301" fmla="*/ 491866 h 4305008"/>
              <a:gd name="connsiteX302" fmla="*/ 3151199 w 5593163"/>
              <a:gd name="connsiteY302" fmla="*/ 491372 h 4305008"/>
              <a:gd name="connsiteX303" fmla="*/ 3168287 w 5593163"/>
              <a:gd name="connsiteY303" fmla="*/ 492995 h 4305008"/>
              <a:gd name="connsiteX304" fmla="*/ 3263748 w 5593163"/>
              <a:gd name="connsiteY304" fmla="*/ 502060 h 4305008"/>
              <a:gd name="connsiteX305" fmla="*/ 3279961 w 5593163"/>
              <a:gd name="connsiteY305" fmla="*/ 503599 h 4305008"/>
              <a:gd name="connsiteX306" fmla="*/ 3280078 w 5593163"/>
              <a:gd name="connsiteY306" fmla="*/ 504747 h 4305008"/>
              <a:gd name="connsiteX307" fmla="*/ 3970244 w 5593163"/>
              <a:gd name="connsiteY307" fmla="*/ 1197788 h 4305008"/>
              <a:gd name="connsiteX308" fmla="*/ 3970749 w 5593163"/>
              <a:gd name="connsiteY308" fmla="*/ 1197851 h 4305008"/>
              <a:gd name="connsiteX309" fmla="*/ 3971290 w 5593163"/>
              <a:gd name="connsiteY309" fmla="*/ 1204541 h 4305008"/>
              <a:gd name="connsiteX310" fmla="*/ 3978754 w 5593163"/>
              <a:gd name="connsiteY310" fmla="*/ 1296998 h 4305008"/>
              <a:gd name="connsiteX311" fmla="*/ 3980124 w 5593163"/>
              <a:gd name="connsiteY311" fmla="*/ 1313979 h 4305008"/>
              <a:gd name="connsiteX312" fmla="*/ 3979531 w 5593163"/>
              <a:gd name="connsiteY312" fmla="*/ 1325419 h 4305008"/>
              <a:gd name="connsiteX313" fmla="*/ 3979032 w 5593163"/>
              <a:gd name="connsiteY313" fmla="*/ 1325386 h 4305008"/>
              <a:gd name="connsiteX314" fmla="*/ 3979006 w 5593163"/>
              <a:gd name="connsiteY314" fmla="*/ 1325881 h 4305008"/>
              <a:gd name="connsiteX315" fmla="*/ 3961888 w 5593163"/>
              <a:gd name="connsiteY315" fmla="*/ 1324255 h 4305008"/>
              <a:gd name="connsiteX316" fmla="*/ 3866461 w 5593163"/>
              <a:gd name="connsiteY316" fmla="*/ 1315193 h 4305008"/>
              <a:gd name="connsiteX317" fmla="*/ 3850245 w 5593163"/>
              <a:gd name="connsiteY317" fmla="*/ 1313653 h 4305008"/>
              <a:gd name="connsiteX318" fmla="*/ 3850129 w 5593163"/>
              <a:gd name="connsiteY318" fmla="*/ 1312505 h 4305008"/>
              <a:gd name="connsiteX319" fmla="*/ 3159963 w 5593163"/>
              <a:gd name="connsiteY319" fmla="*/ 619464 h 4305008"/>
              <a:gd name="connsiteX320" fmla="*/ 3159457 w 5593163"/>
              <a:gd name="connsiteY320" fmla="*/ 619401 h 4305008"/>
              <a:gd name="connsiteX321" fmla="*/ 3158919 w 5593163"/>
              <a:gd name="connsiteY321" fmla="*/ 612725 h 4305008"/>
              <a:gd name="connsiteX322" fmla="*/ 3151452 w 5593163"/>
              <a:gd name="connsiteY322" fmla="*/ 520249 h 4305008"/>
              <a:gd name="connsiteX323" fmla="*/ 3150081 w 5593163"/>
              <a:gd name="connsiteY323" fmla="*/ 503273 h 4305008"/>
              <a:gd name="connsiteX324" fmla="*/ 3150081 w 5593163"/>
              <a:gd name="connsiteY324" fmla="*/ 2200098 h 4305008"/>
              <a:gd name="connsiteX325" fmla="*/ 3150675 w 5593163"/>
              <a:gd name="connsiteY325" fmla="*/ 2188658 h 4305008"/>
              <a:gd name="connsiteX326" fmla="*/ 3151173 w 5593163"/>
              <a:gd name="connsiteY326" fmla="*/ 2188691 h 4305008"/>
              <a:gd name="connsiteX327" fmla="*/ 3151199 w 5593163"/>
              <a:gd name="connsiteY327" fmla="*/ 2188197 h 4305008"/>
              <a:gd name="connsiteX328" fmla="*/ 3168287 w 5593163"/>
              <a:gd name="connsiteY328" fmla="*/ 2189820 h 4305008"/>
              <a:gd name="connsiteX329" fmla="*/ 3263748 w 5593163"/>
              <a:gd name="connsiteY329" fmla="*/ 2198885 h 4305008"/>
              <a:gd name="connsiteX330" fmla="*/ 3279961 w 5593163"/>
              <a:gd name="connsiteY330" fmla="*/ 2200424 h 4305008"/>
              <a:gd name="connsiteX331" fmla="*/ 3280078 w 5593163"/>
              <a:gd name="connsiteY331" fmla="*/ 2201572 h 4305008"/>
              <a:gd name="connsiteX332" fmla="*/ 3970244 w 5593163"/>
              <a:gd name="connsiteY332" fmla="*/ 2894613 h 4305008"/>
              <a:gd name="connsiteX333" fmla="*/ 3970749 w 5593163"/>
              <a:gd name="connsiteY333" fmla="*/ 2894676 h 4305008"/>
              <a:gd name="connsiteX334" fmla="*/ 3971290 w 5593163"/>
              <a:gd name="connsiteY334" fmla="*/ 2901366 h 4305008"/>
              <a:gd name="connsiteX335" fmla="*/ 3978754 w 5593163"/>
              <a:gd name="connsiteY335" fmla="*/ 2993823 h 4305008"/>
              <a:gd name="connsiteX336" fmla="*/ 3980124 w 5593163"/>
              <a:gd name="connsiteY336" fmla="*/ 3010804 h 4305008"/>
              <a:gd name="connsiteX337" fmla="*/ 3979531 w 5593163"/>
              <a:gd name="connsiteY337" fmla="*/ 3022244 h 4305008"/>
              <a:gd name="connsiteX338" fmla="*/ 3979032 w 5593163"/>
              <a:gd name="connsiteY338" fmla="*/ 3022211 h 4305008"/>
              <a:gd name="connsiteX339" fmla="*/ 3979006 w 5593163"/>
              <a:gd name="connsiteY339" fmla="*/ 3022706 h 4305008"/>
              <a:gd name="connsiteX340" fmla="*/ 3961888 w 5593163"/>
              <a:gd name="connsiteY340" fmla="*/ 3021080 h 4305008"/>
              <a:gd name="connsiteX341" fmla="*/ 3866461 w 5593163"/>
              <a:gd name="connsiteY341" fmla="*/ 3012018 h 4305008"/>
              <a:gd name="connsiteX342" fmla="*/ 3850245 w 5593163"/>
              <a:gd name="connsiteY342" fmla="*/ 3010478 h 4305008"/>
              <a:gd name="connsiteX343" fmla="*/ 3850129 w 5593163"/>
              <a:gd name="connsiteY343" fmla="*/ 3009330 h 4305008"/>
              <a:gd name="connsiteX344" fmla="*/ 3159963 w 5593163"/>
              <a:gd name="connsiteY344" fmla="*/ 2316289 h 4305008"/>
              <a:gd name="connsiteX345" fmla="*/ 3159457 w 5593163"/>
              <a:gd name="connsiteY345" fmla="*/ 2316226 h 4305008"/>
              <a:gd name="connsiteX346" fmla="*/ 3158919 w 5593163"/>
              <a:gd name="connsiteY346" fmla="*/ 2309550 h 4305008"/>
              <a:gd name="connsiteX347" fmla="*/ 3151452 w 5593163"/>
              <a:gd name="connsiteY347" fmla="*/ 2217074 h 4305008"/>
              <a:gd name="connsiteX348" fmla="*/ 3150081 w 5593163"/>
              <a:gd name="connsiteY348" fmla="*/ 2200098 h 4305008"/>
              <a:gd name="connsiteX349" fmla="*/ 3150081 w 5593163"/>
              <a:gd name="connsiteY349" fmla="*/ 3896923 h 4305008"/>
              <a:gd name="connsiteX350" fmla="*/ 3150675 w 5593163"/>
              <a:gd name="connsiteY350" fmla="*/ 3885483 h 4305008"/>
              <a:gd name="connsiteX351" fmla="*/ 3151173 w 5593163"/>
              <a:gd name="connsiteY351" fmla="*/ 3885516 h 4305008"/>
              <a:gd name="connsiteX352" fmla="*/ 3151199 w 5593163"/>
              <a:gd name="connsiteY352" fmla="*/ 3885022 h 4305008"/>
              <a:gd name="connsiteX353" fmla="*/ 3168287 w 5593163"/>
              <a:gd name="connsiteY353" fmla="*/ 3886645 h 4305008"/>
              <a:gd name="connsiteX354" fmla="*/ 3263748 w 5593163"/>
              <a:gd name="connsiteY354" fmla="*/ 3895710 h 4305008"/>
              <a:gd name="connsiteX355" fmla="*/ 3279961 w 5593163"/>
              <a:gd name="connsiteY355" fmla="*/ 3897249 h 4305008"/>
              <a:gd name="connsiteX356" fmla="*/ 3280078 w 5593163"/>
              <a:gd name="connsiteY356" fmla="*/ 3898397 h 4305008"/>
              <a:gd name="connsiteX357" fmla="*/ 3840331 w 5593163"/>
              <a:gd name="connsiteY357" fmla="*/ 4255797 h 4305008"/>
              <a:gd name="connsiteX358" fmla="*/ 3868775 w 5593163"/>
              <a:gd name="connsiteY358" fmla="*/ 4305008 h 4305008"/>
              <a:gd name="connsiteX359" fmla="*/ 3717725 w 5593163"/>
              <a:gd name="connsiteY359" fmla="*/ 4305008 h 4305008"/>
              <a:gd name="connsiteX360" fmla="*/ 3665602 w 5593163"/>
              <a:gd name="connsiteY360" fmla="*/ 4241205 h 4305008"/>
              <a:gd name="connsiteX361" fmla="*/ 3293448 w 5593163"/>
              <a:gd name="connsiteY361" fmla="*/ 4029853 h 4305008"/>
              <a:gd name="connsiteX362" fmla="*/ 3392629 w 5593163"/>
              <a:gd name="connsiteY362" fmla="*/ 4271827 h 4305008"/>
              <a:gd name="connsiteX363" fmla="*/ 3419311 w 5593163"/>
              <a:gd name="connsiteY363" fmla="*/ 4305008 h 4305008"/>
              <a:gd name="connsiteX364" fmla="*/ 3265201 w 5593163"/>
              <a:gd name="connsiteY364" fmla="*/ 4305008 h 4305008"/>
              <a:gd name="connsiteX365" fmla="*/ 3235080 w 5593163"/>
              <a:gd name="connsiteY365" fmla="*/ 4254710 h 4305008"/>
              <a:gd name="connsiteX366" fmla="*/ 3159963 w 5593163"/>
              <a:gd name="connsiteY366" fmla="*/ 4013114 h 4305008"/>
              <a:gd name="connsiteX367" fmla="*/ 3159457 w 5593163"/>
              <a:gd name="connsiteY367" fmla="*/ 4013051 h 4305008"/>
              <a:gd name="connsiteX368" fmla="*/ 3158919 w 5593163"/>
              <a:gd name="connsiteY368" fmla="*/ 4006375 h 4305008"/>
              <a:gd name="connsiteX369" fmla="*/ 3151452 w 5593163"/>
              <a:gd name="connsiteY369" fmla="*/ 3913899 h 4305008"/>
              <a:gd name="connsiteX370" fmla="*/ 3150081 w 5593163"/>
              <a:gd name="connsiteY370" fmla="*/ 3896923 h 4305008"/>
              <a:gd name="connsiteX371" fmla="*/ 3150079 w 5593163"/>
              <a:gd name="connsiteY371" fmla="*/ 469318 h 4305008"/>
              <a:gd name="connsiteX372" fmla="*/ 3151450 w 5593163"/>
              <a:gd name="connsiteY372" fmla="*/ 452471 h 4305008"/>
              <a:gd name="connsiteX373" fmla="*/ 3158914 w 5593163"/>
              <a:gd name="connsiteY373" fmla="*/ 360740 h 4305008"/>
              <a:gd name="connsiteX374" fmla="*/ 3159454 w 5593163"/>
              <a:gd name="connsiteY374" fmla="*/ 354103 h 4305008"/>
              <a:gd name="connsiteX375" fmla="*/ 3159960 w 5593163"/>
              <a:gd name="connsiteY375" fmla="*/ 354040 h 4305008"/>
              <a:gd name="connsiteX376" fmla="*/ 3244173 w 5593163"/>
              <a:gd name="connsiteY376" fmla="*/ 96778 h 4305008"/>
              <a:gd name="connsiteX377" fmla="*/ 3306807 w 5593163"/>
              <a:gd name="connsiteY377" fmla="*/ 0 h 4305008"/>
              <a:gd name="connsiteX378" fmla="*/ 3475182 w 5593163"/>
              <a:gd name="connsiteY378" fmla="*/ 0 h 4305008"/>
              <a:gd name="connsiteX379" fmla="*/ 3406954 w 5593163"/>
              <a:gd name="connsiteY379" fmla="*/ 76659 h 4305008"/>
              <a:gd name="connsiteX380" fmla="*/ 3293446 w 5593163"/>
              <a:gd name="connsiteY380" fmla="*/ 337433 h 4305008"/>
              <a:gd name="connsiteX381" fmla="*/ 3732420 w 5593163"/>
              <a:gd name="connsiteY381" fmla="*/ 44350 h 4305008"/>
              <a:gd name="connsiteX382" fmla="*/ 3754649 w 5593163"/>
              <a:gd name="connsiteY382" fmla="*/ 0 h 4305008"/>
              <a:gd name="connsiteX383" fmla="*/ 3903287 w 5593163"/>
              <a:gd name="connsiteY383" fmla="*/ 0 h 4305008"/>
              <a:gd name="connsiteX384" fmla="*/ 3851448 w 5593163"/>
              <a:gd name="connsiteY384" fmla="*/ 95636 h 4305008"/>
              <a:gd name="connsiteX385" fmla="*/ 3280075 w 5593163"/>
              <a:gd name="connsiteY385" fmla="*/ 467856 h 4305008"/>
              <a:gd name="connsiteX386" fmla="*/ 3279959 w 5593163"/>
              <a:gd name="connsiteY386" fmla="*/ 468995 h 4305008"/>
              <a:gd name="connsiteX387" fmla="*/ 3263742 w 5593163"/>
              <a:gd name="connsiteY387" fmla="*/ 470523 h 4305008"/>
              <a:gd name="connsiteX388" fmla="*/ 3168316 w 5593163"/>
              <a:gd name="connsiteY388" fmla="*/ 479514 h 4305008"/>
              <a:gd name="connsiteX389" fmla="*/ 3151197 w 5593163"/>
              <a:gd name="connsiteY389" fmla="*/ 481127 h 4305008"/>
              <a:gd name="connsiteX390" fmla="*/ 3151171 w 5593163"/>
              <a:gd name="connsiteY390" fmla="*/ 480636 h 4305008"/>
              <a:gd name="connsiteX391" fmla="*/ 3150672 w 5593163"/>
              <a:gd name="connsiteY391" fmla="*/ 480669 h 4305008"/>
              <a:gd name="connsiteX392" fmla="*/ 3150079 w 5593163"/>
              <a:gd name="connsiteY392" fmla="*/ 469318 h 4305008"/>
              <a:gd name="connsiteX393" fmla="*/ 3150079 w 5593163"/>
              <a:gd name="connsiteY393" fmla="*/ 2166144 h 4305008"/>
              <a:gd name="connsiteX394" fmla="*/ 3151450 w 5593163"/>
              <a:gd name="connsiteY394" fmla="*/ 2149296 h 4305008"/>
              <a:gd name="connsiteX395" fmla="*/ 3158914 w 5593163"/>
              <a:gd name="connsiteY395" fmla="*/ 2057565 h 4305008"/>
              <a:gd name="connsiteX396" fmla="*/ 3159454 w 5593163"/>
              <a:gd name="connsiteY396" fmla="*/ 2050928 h 4305008"/>
              <a:gd name="connsiteX397" fmla="*/ 3159960 w 5593163"/>
              <a:gd name="connsiteY397" fmla="*/ 2050865 h 4305008"/>
              <a:gd name="connsiteX398" fmla="*/ 3850126 w 5593163"/>
              <a:gd name="connsiteY398" fmla="*/ 1363267 h 4305008"/>
              <a:gd name="connsiteX399" fmla="*/ 3850243 w 5593163"/>
              <a:gd name="connsiteY399" fmla="*/ 1362128 h 4305008"/>
              <a:gd name="connsiteX400" fmla="*/ 3866455 w 5593163"/>
              <a:gd name="connsiteY400" fmla="*/ 1360601 h 4305008"/>
              <a:gd name="connsiteX401" fmla="*/ 3961917 w 5593163"/>
              <a:gd name="connsiteY401" fmla="*/ 1351607 h 4305008"/>
              <a:gd name="connsiteX402" fmla="*/ 3979004 w 5593163"/>
              <a:gd name="connsiteY402" fmla="*/ 1349997 h 4305008"/>
              <a:gd name="connsiteX403" fmla="*/ 3979030 w 5593163"/>
              <a:gd name="connsiteY403" fmla="*/ 1350487 h 4305008"/>
              <a:gd name="connsiteX404" fmla="*/ 3979528 w 5593163"/>
              <a:gd name="connsiteY404" fmla="*/ 1350455 h 4305008"/>
              <a:gd name="connsiteX405" fmla="*/ 3980122 w 5593163"/>
              <a:gd name="connsiteY405" fmla="*/ 1361805 h 4305008"/>
              <a:gd name="connsiteX406" fmla="*/ 3978752 w 5593163"/>
              <a:gd name="connsiteY406" fmla="*/ 1378647 h 4305008"/>
              <a:gd name="connsiteX407" fmla="*/ 3971285 w 5593163"/>
              <a:gd name="connsiteY407" fmla="*/ 1470397 h 4305008"/>
              <a:gd name="connsiteX408" fmla="*/ 3970746 w 5593163"/>
              <a:gd name="connsiteY408" fmla="*/ 1477021 h 4305008"/>
              <a:gd name="connsiteX409" fmla="*/ 3970241 w 5593163"/>
              <a:gd name="connsiteY409" fmla="*/ 1477083 h 4305008"/>
              <a:gd name="connsiteX410" fmla="*/ 3280075 w 5593163"/>
              <a:gd name="connsiteY410" fmla="*/ 2164681 h 4305008"/>
              <a:gd name="connsiteX411" fmla="*/ 3279959 w 5593163"/>
              <a:gd name="connsiteY411" fmla="*/ 2165820 h 4305008"/>
              <a:gd name="connsiteX412" fmla="*/ 3263742 w 5593163"/>
              <a:gd name="connsiteY412" fmla="*/ 2167348 h 4305008"/>
              <a:gd name="connsiteX413" fmla="*/ 3168316 w 5593163"/>
              <a:gd name="connsiteY413" fmla="*/ 2176339 h 4305008"/>
              <a:gd name="connsiteX414" fmla="*/ 3151197 w 5593163"/>
              <a:gd name="connsiteY414" fmla="*/ 2177952 h 4305008"/>
              <a:gd name="connsiteX415" fmla="*/ 3151171 w 5593163"/>
              <a:gd name="connsiteY415" fmla="*/ 2177461 h 4305008"/>
              <a:gd name="connsiteX416" fmla="*/ 3150672 w 5593163"/>
              <a:gd name="connsiteY416" fmla="*/ 2177494 h 4305008"/>
              <a:gd name="connsiteX417" fmla="*/ 3150079 w 5593163"/>
              <a:gd name="connsiteY417" fmla="*/ 2166144 h 4305008"/>
              <a:gd name="connsiteX418" fmla="*/ 3150079 w 5593163"/>
              <a:gd name="connsiteY418" fmla="*/ 3862969 h 4305008"/>
              <a:gd name="connsiteX419" fmla="*/ 3151450 w 5593163"/>
              <a:gd name="connsiteY419" fmla="*/ 3846121 h 4305008"/>
              <a:gd name="connsiteX420" fmla="*/ 3158914 w 5593163"/>
              <a:gd name="connsiteY420" fmla="*/ 3754390 h 4305008"/>
              <a:gd name="connsiteX421" fmla="*/ 3159454 w 5593163"/>
              <a:gd name="connsiteY421" fmla="*/ 3747753 h 4305008"/>
              <a:gd name="connsiteX422" fmla="*/ 3159960 w 5593163"/>
              <a:gd name="connsiteY422" fmla="*/ 3747690 h 4305008"/>
              <a:gd name="connsiteX423" fmla="*/ 3850126 w 5593163"/>
              <a:gd name="connsiteY423" fmla="*/ 3060092 h 4305008"/>
              <a:gd name="connsiteX424" fmla="*/ 3850243 w 5593163"/>
              <a:gd name="connsiteY424" fmla="*/ 3058953 h 4305008"/>
              <a:gd name="connsiteX425" fmla="*/ 3866455 w 5593163"/>
              <a:gd name="connsiteY425" fmla="*/ 3057426 h 4305008"/>
              <a:gd name="connsiteX426" fmla="*/ 3961917 w 5593163"/>
              <a:gd name="connsiteY426" fmla="*/ 3048432 h 4305008"/>
              <a:gd name="connsiteX427" fmla="*/ 3979004 w 5593163"/>
              <a:gd name="connsiteY427" fmla="*/ 3046822 h 4305008"/>
              <a:gd name="connsiteX428" fmla="*/ 3979030 w 5593163"/>
              <a:gd name="connsiteY428" fmla="*/ 3047312 h 4305008"/>
              <a:gd name="connsiteX429" fmla="*/ 3979528 w 5593163"/>
              <a:gd name="connsiteY429" fmla="*/ 3047280 h 4305008"/>
              <a:gd name="connsiteX430" fmla="*/ 3980122 w 5593163"/>
              <a:gd name="connsiteY430" fmla="*/ 3058630 h 4305008"/>
              <a:gd name="connsiteX431" fmla="*/ 3978752 w 5593163"/>
              <a:gd name="connsiteY431" fmla="*/ 3075472 h 4305008"/>
              <a:gd name="connsiteX432" fmla="*/ 3971285 w 5593163"/>
              <a:gd name="connsiteY432" fmla="*/ 3167222 h 4305008"/>
              <a:gd name="connsiteX433" fmla="*/ 3970746 w 5593163"/>
              <a:gd name="connsiteY433" fmla="*/ 3173846 h 4305008"/>
              <a:gd name="connsiteX434" fmla="*/ 3970241 w 5593163"/>
              <a:gd name="connsiteY434" fmla="*/ 3173908 h 4305008"/>
              <a:gd name="connsiteX435" fmla="*/ 3280075 w 5593163"/>
              <a:gd name="connsiteY435" fmla="*/ 3861506 h 4305008"/>
              <a:gd name="connsiteX436" fmla="*/ 3279959 w 5593163"/>
              <a:gd name="connsiteY436" fmla="*/ 3862645 h 4305008"/>
              <a:gd name="connsiteX437" fmla="*/ 3263742 w 5593163"/>
              <a:gd name="connsiteY437" fmla="*/ 3864173 h 4305008"/>
              <a:gd name="connsiteX438" fmla="*/ 3168316 w 5593163"/>
              <a:gd name="connsiteY438" fmla="*/ 3873164 h 4305008"/>
              <a:gd name="connsiteX439" fmla="*/ 3151197 w 5593163"/>
              <a:gd name="connsiteY439" fmla="*/ 3874777 h 4305008"/>
              <a:gd name="connsiteX440" fmla="*/ 3151171 w 5593163"/>
              <a:gd name="connsiteY440" fmla="*/ 3874286 h 4305008"/>
              <a:gd name="connsiteX441" fmla="*/ 3150672 w 5593163"/>
              <a:gd name="connsiteY441" fmla="*/ 3874319 h 4305008"/>
              <a:gd name="connsiteX442" fmla="*/ 3150079 w 5593163"/>
              <a:gd name="connsiteY442" fmla="*/ 3862969 h 4305008"/>
              <a:gd name="connsiteX443" fmla="*/ 2442890 w 5593163"/>
              <a:gd name="connsiteY443" fmla="*/ 1181049 h 4305008"/>
              <a:gd name="connsiteX444" fmla="*/ 2986199 w 5593163"/>
              <a:gd name="connsiteY444" fmla="*/ 636203 h 4305008"/>
              <a:gd name="connsiteX445" fmla="*/ 2442890 w 5593163"/>
              <a:gd name="connsiteY445" fmla="*/ 1181049 h 4305008"/>
              <a:gd name="connsiteX446" fmla="*/ 2442890 w 5593163"/>
              <a:gd name="connsiteY446" fmla="*/ 1493690 h 4305008"/>
              <a:gd name="connsiteX447" fmla="*/ 2986199 w 5593163"/>
              <a:gd name="connsiteY447" fmla="*/ 2034258 h 4305008"/>
              <a:gd name="connsiteX448" fmla="*/ 2442890 w 5593163"/>
              <a:gd name="connsiteY448" fmla="*/ 1493690 h 4305008"/>
              <a:gd name="connsiteX449" fmla="*/ 2442890 w 5593163"/>
              <a:gd name="connsiteY449" fmla="*/ 2877874 h 4305008"/>
              <a:gd name="connsiteX450" fmla="*/ 2986199 w 5593163"/>
              <a:gd name="connsiteY450" fmla="*/ 2333028 h 4305008"/>
              <a:gd name="connsiteX451" fmla="*/ 2442890 w 5593163"/>
              <a:gd name="connsiteY451" fmla="*/ 2877874 h 4305008"/>
              <a:gd name="connsiteX452" fmla="*/ 2442890 w 5593163"/>
              <a:gd name="connsiteY452" fmla="*/ 3190516 h 4305008"/>
              <a:gd name="connsiteX453" fmla="*/ 2986199 w 5593163"/>
              <a:gd name="connsiteY453" fmla="*/ 3731083 h 4305008"/>
              <a:gd name="connsiteX454" fmla="*/ 2442890 w 5593163"/>
              <a:gd name="connsiteY454" fmla="*/ 3190516 h 4305008"/>
              <a:gd name="connsiteX455" fmla="*/ 2410871 w 5593163"/>
              <a:gd name="connsiteY455" fmla="*/ 4305008 h 4305008"/>
              <a:gd name="connsiteX456" fmla="*/ 2439316 w 5593163"/>
              <a:gd name="connsiteY456" fmla="*/ 4255797 h 4305008"/>
              <a:gd name="connsiteX457" fmla="*/ 2999569 w 5593163"/>
              <a:gd name="connsiteY457" fmla="*/ 3898397 h 4305008"/>
              <a:gd name="connsiteX458" fmla="*/ 2999686 w 5593163"/>
              <a:gd name="connsiteY458" fmla="*/ 3897249 h 4305008"/>
              <a:gd name="connsiteX459" fmla="*/ 3015899 w 5593163"/>
              <a:gd name="connsiteY459" fmla="*/ 3895710 h 4305008"/>
              <a:gd name="connsiteX460" fmla="*/ 3111360 w 5593163"/>
              <a:gd name="connsiteY460" fmla="*/ 3886645 h 4305008"/>
              <a:gd name="connsiteX461" fmla="*/ 3128448 w 5593163"/>
              <a:gd name="connsiteY461" fmla="*/ 3885022 h 4305008"/>
              <a:gd name="connsiteX462" fmla="*/ 3128474 w 5593163"/>
              <a:gd name="connsiteY462" fmla="*/ 3885516 h 4305008"/>
              <a:gd name="connsiteX463" fmla="*/ 3128972 w 5593163"/>
              <a:gd name="connsiteY463" fmla="*/ 3885483 h 4305008"/>
              <a:gd name="connsiteX464" fmla="*/ 3129566 w 5593163"/>
              <a:gd name="connsiteY464" fmla="*/ 3896923 h 4305008"/>
              <a:gd name="connsiteX465" fmla="*/ 3128195 w 5593163"/>
              <a:gd name="connsiteY465" fmla="*/ 3913899 h 4305008"/>
              <a:gd name="connsiteX466" fmla="*/ 3120728 w 5593163"/>
              <a:gd name="connsiteY466" fmla="*/ 4006375 h 4305008"/>
              <a:gd name="connsiteX467" fmla="*/ 3120190 w 5593163"/>
              <a:gd name="connsiteY467" fmla="*/ 4013051 h 4305008"/>
              <a:gd name="connsiteX468" fmla="*/ 3119684 w 5593163"/>
              <a:gd name="connsiteY468" fmla="*/ 4013114 h 4305008"/>
              <a:gd name="connsiteX469" fmla="*/ 3044567 w 5593163"/>
              <a:gd name="connsiteY469" fmla="*/ 4254710 h 4305008"/>
              <a:gd name="connsiteX470" fmla="*/ 3014445 w 5593163"/>
              <a:gd name="connsiteY470" fmla="*/ 4305008 h 4305008"/>
              <a:gd name="connsiteX471" fmla="*/ 2860336 w 5593163"/>
              <a:gd name="connsiteY471" fmla="*/ 4305008 h 4305008"/>
              <a:gd name="connsiteX472" fmla="*/ 2887018 w 5593163"/>
              <a:gd name="connsiteY472" fmla="*/ 4271827 h 4305008"/>
              <a:gd name="connsiteX473" fmla="*/ 2986199 w 5593163"/>
              <a:gd name="connsiteY473" fmla="*/ 4029853 h 4305008"/>
              <a:gd name="connsiteX474" fmla="*/ 2614045 w 5593163"/>
              <a:gd name="connsiteY474" fmla="*/ 4241205 h 4305008"/>
              <a:gd name="connsiteX475" fmla="*/ 2561922 w 5593163"/>
              <a:gd name="connsiteY475" fmla="*/ 4305008 h 4305008"/>
              <a:gd name="connsiteX476" fmla="*/ 2376360 w 5593163"/>
              <a:gd name="connsiteY476" fmla="*/ 0 h 4305008"/>
              <a:gd name="connsiteX477" fmla="*/ 2524998 w 5593163"/>
              <a:gd name="connsiteY477" fmla="*/ 0 h 4305008"/>
              <a:gd name="connsiteX478" fmla="*/ 2547226 w 5593163"/>
              <a:gd name="connsiteY478" fmla="*/ 44350 h 4305008"/>
              <a:gd name="connsiteX479" fmla="*/ 2986199 w 5593163"/>
              <a:gd name="connsiteY479" fmla="*/ 337433 h 4305008"/>
              <a:gd name="connsiteX480" fmla="*/ 2872691 w 5593163"/>
              <a:gd name="connsiteY480" fmla="*/ 76659 h 4305008"/>
              <a:gd name="connsiteX481" fmla="*/ 2804464 w 5593163"/>
              <a:gd name="connsiteY481" fmla="*/ 0 h 4305008"/>
              <a:gd name="connsiteX482" fmla="*/ 2972839 w 5593163"/>
              <a:gd name="connsiteY482" fmla="*/ 0 h 4305008"/>
              <a:gd name="connsiteX483" fmla="*/ 3035473 w 5593163"/>
              <a:gd name="connsiteY483" fmla="*/ 96778 h 4305008"/>
              <a:gd name="connsiteX484" fmla="*/ 3119686 w 5593163"/>
              <a:gd name="connsiteY484" fmla="*/ 354040 h 4305008"/>
              <a:gd name="connsiteX485" fmla="*/ 3120191 w 5593163"/>
              <a:gd name="connsiteY485" fmla="*/ 354103 h 4305008"/>
              <a:gd name="connsiteX486" fmla="*/ 3120732 w 5593163"/>
              <a:gd name="connsiteY486" fmla="*/ 360740 h 4305008"/>
              <a:gd name="connsiteX487" fmla="*/ 3128196 w 5593163"/>
              <a:gd name="connsiteY487" fmla="*/ 452471 h 4305008"/>
              <a:gd name="connsiteX488" fmla="*/ 3129566 w 5593163"/>
              <a:gd name="connsiteY488" fmla="*/ 469318 h 4305008"/>
              <a:gd name="connsiteX489" fmla="*/ 3128973 w 5593163"/>
              <a:gd name="connsiteY489" fmla="*/ 480669 h 4305008"/>
              <a:gd name="connsiteX490" fmla="*/ 3128474 w 5593163"/>
              <a:gd name="connsiteY490" fmla="*/ 480636 h 4305008"/>
              <a:gd name="connsiteX491" fmla="*/ 3128448 w 5593163"/>
              <a:gd name="connsiteY491" fmla="*/ 481127 h 4305008"/>
              <a:gd name="connsiteX492" fmla="*/ 3111330 w 5593163"/>
              <a:gd name="connsiteY492" fmla="*/ 479514 h 4305008"/>
              <a:gd name="connsiteX493" fmla="*/ 3015903 w 5593163"/>
              <a:gd name="connsiteY493" fmla="*/ 470523 h 4305008"/>
              <a:gd name="connsiteX494" fmla="*/ 2999687 w 5593163"/>
              <a:gd name="connsiteY494" fmla="*/ 468995 h 4305008"/>
              <a:gd name="connsiteX495" fmla="*/ 2999571 w 5593163"/>
              <a:gd name="connsiteY495" fmla="*/ 467856 h 4305008"/>
              <a:gd name="connsiteX496" fmla="*/ 2428199 w 5593163"/>
              <a:gd name="connsiteY496" fmla="*/ 95636 h 4305008"/>
              <a:gd name="connsiteX497" fmla="*/ 2299523 w 5593163"/>
              <a:gd name="connsiteY497" fmla="*/ 1313979 h 4305008"/>
              <a:gd name="connsiteX498" fmla="*/ 2300894 w 5593163"/>
              <a:gd name="connsiteY498" fmla="*/ 1296998 h 4305008"/>
              <a:gd name="connsiteX499" fmla="*/ 2308358 w 5593163"/>
              <a:gd name="connsiteY499" fmla="*/ 1204541 h 4305008"/>
              <a:gd name="connsiteX500" fmla="*/ 2308898 w 5593163"/>
              <a:gd name="connsiteY500" fmla="*/ 1197851 h 4305008"/>
              <a:gd name="connsiteX501" fmla="*/ 2309404 w 5593163"/>
              <a:gd name="connsiteY501" fmla="*/ 1197788 h 4305008"/>
              <a:gd name="connsiteX502" fmla="*/ 2999570 w 5593163"/>
              <a:gd name="connsiteY502" fmla="*/ 504747 h 4305008"/>
              <a:gd name="connsiteX503" fmla="*/ 2999687 w 5593163"/>
              <a:gd name="connsiteY503" fmla="*/ 503599 h 4305008"/>
              <a:gd name="connsiteX504" fmla="*/ 3015899 w 5593163"/>
              <a:gd name="connsiteY504" fmla="*/ 502060 h 4305008"/>
              <a:gd name="connsiteX505" fmla="*/ 3111361 w 5593163"/>
              <a:gd name="connsiteY505" fmla="*/ 492995 h 4305008"/>
              <a:gd name="connsiteX506" fmla="*/ 3128448 w 5593163"/>
              <a:gd name="connsiteY506" fmla="*/ 491372 h 4305008"/>
              <a:gd name="connsiteX507" fmla="*/ 3128474 w 5593163"/>
              <a:gd name="connsiteY507" fmla="*/ 491866 h 4305008"/>
              <a:gd name="connsiteX508" fmla="*/ 3128972 w 5593163"/>
              <a:gd name="connsiteY508" fmla="*/ 491833 h 4305008"/>
              <a:gd name="connsiteX509" fmla="*/ 3129566 w 5593163"/>
              <a:gd name="connsiteY509" fmla="*/ 503273 h 4305008"/>
              <a:gd name="connsiteX510" fmla="*/ 3128196 w 5593163"/>
              <a:gd name="connsiteY510" fmla="*/ 520249 h 4305008"/>
              <a:gd name="connsiteX511" fmla="*/ 3120729 w 5593163"/>
              <a:gd name="connsiteY511" fmla="*/ 612725 h 4305008"/>
              <a:gd name="connsiteX512" fmla="*/ 3120190 w 5593163"/>
              <a:gd name="connsiteY512" fmla="*/ 619401 h 4305008"/>
              <a:gd name="connsiteX513" fmla="*/ 3119685 w 5593163"/>
              <a:gd name="connsiteY513" fmla="*/ 619464 h 4305008"/>
              <a:gd name="connsiteX514" fmla="*/ 2429519 w 5593163"/>
              <a:gd name="connsiteY514" fmla="*/ 1312505 h 4305008"/>
              <a:gd name="connsiteX515" fmla="*/ 2429403 w 5593163"/>
              <a:gd name="connsiteY515" fmla="*/ 1313653 h 4305008"/>
              <a:gd name="connsiteX516" fmla="*/ 2413186 w 5593163"/>
              <a:gd name="connsiteY516" fmla="*/ 1315193 h 4305008"/>
              <a:gd name="connsiteX517" fmla="*/ 2317760 w 5593163"/>
              <a:gd name="connsiteY517" fmla="*/ 1324255 h 4305008"/>
              <a:gd name="connsiteX518" fmla="*/ 2300641 w 5593163"/>
              <a:gd name="connsiteY518" fmla="*/ 1325881 h 4305008"/>
              <a:gd name="connsiteX519" fmla="*/ 2300615 w 5593163"/>
              <a:gd name="connsiteY519" fmla="*/ 1325386 h 4305008"/>
              <a:gd name="connsiteX520" fmla="*/ 2300116 w 5593163"/>
              <a:gd name="connsiteY520" fmla="*/ 1325419 h 4305008"/>
              <a:gd name="connsiteX521" fmla="*/ 2299523 w 5593163"/>
              <a:gd name="connsiteY521" fmla="*/ 1313979 h 4305008"/>
              <a:gd name="connsiteX522" fmla="*/ 2299523 w 5593163"/>
              <a:gd name="connsiteY522" fmla="*/ 1361805 h 4305008"/>
              <a:gd name="connsiteX523" fmla="*/ 2300117 w 5593163"/>
              <a:gd name="connsiteY523" fmla="*/ 1350455 h 4305008"/>
              <a:gd name="connsiteX524" fmla="*/ 2300615 w 5593163"/>
              <a:gd name="connsiteY524" fmla="*/ 1350487 h 4305008"/>
              <a:gd name="connsiteX525" fmla="*/ 2300641 w 5593163"/>
              <a:gd name="connsiteY525" fmla="*/ 1349997 h 4305008"/>
              <a:gd name="connsiteX526" fmla="*/ 2317729 w 5593163"/>
              <a:gd name="connsiteY526" fmla="*/ 1351607 h 4305008"/>
              <a:gd name="connsiteX527" fmla="*/ 2413190 w 5593163"/>
              <a:gd name="connsiteY527" fmla="*/ 1360601 h 4305008"/>
              <a:gd name="connsiteX528" fmla="*/ 2429403 w 5593163"/>
              <a:gd name="connsiteY528" fmla="*/ 1362128 h 4305008"/>
              <a:gd name="connsiteX529" fmla="*/ 2429520 w 5593163"/>
              <a:gd name="connsiteY529" fmla="*/ 1363267 h 4305008"/>
              <a:gd name="connsiteX530" fmla="*/ 3119686 w 5593163"/>
              <a:gd name="connsiteY530" fmla="*/ 2050865 h 4305008"/>
              <a:gd name="connsiteX531" fmla="*/ 3120191 w 5593163"/>
              <a:gd name="connsiteY531" fmla="*/ 2050928 h 4305008"/>
              <a:gd name="connsiteX532" fmla="*/ 3120732 w 5593163"/>
              <a:gd name="connsiteY532" fmla="*/ 2057565 h 4305008"/>
              <a:gd name="connsiteX533" fmla="*/ 3128196 w 5593163"/>
              <a:gd name="connsiteY533" fmla="*/ 2149296 h 4305008"/>
              <a:gd name="connsiteX534" fmla="*/ 3129566 w 5593163"/>
              <a:gd name="connsiteY534" fmla="*/ 2166144 h 4305008"/>
              <a:gd name="connsiteX535" fmla="*/ 3128973 w 5593163"/>
              <a:gd name="connsiteY535" fmla="*/ 2177494 h 4305008"/>
              <a:gd name="connsiteX536" fmla="*/ 3128474 w 5593163"/>
              <a:gd name="connsiteY536" fmla="*/ 2177461 h 4305008"/>
              <a:gd name="connsiteX537" fmla="*/ 3128448 w 5593163"/>
              <a:gd name="connsiteY537" fmla="*/ 2177952 h 4305008"/>
              <a:gd name="connsiteX538" fmla="*/ 3111330 w 5593163"/>
              <a:gd name="connsiteY538" fmla="*/ 2176339 h 4305008"/>
              <a:gd name="connsiteX539" fmla="*/ 3015903 w 5593163"/>
              <a:gd name="connsiteY539" fmla="*/ 2167348 h 4305008"/>
              <a:gd name="connsiteX540" fmla="*/ 2999687 w 5593163"/>
              <a:gd name="connsiteY540" fmla="*/ 2165820 h 4305008"/>
              <a:gd name="connsiteX541" fmla="*/ 2999571 w 5593163"/>
              <a:gd name="connsiteY541" fmla="*/ 2164681 h 4305008"/>
              <a:gd name="connsiteX542" fmla="*/ 2309405 w 5593163"/>
              <a:gd name="connsiteY542" fmla="*/ 1477083 h 4305008"/>
              <a:gd name="connsiteX543" fmla="*/ 2308899 w 5593163"/>
              <a:gd name="connsiteY543" fmla="*/ 1477021 h 4305008"/>
              <a:gd name="connsiteX544" fmla="*/ 2308361 w 5593163"/>
              <a:gd name="connsiteY544" fmla="*/ 1470397 h 4305008"/>
              <a:gd name="connsiteX545" fmla="*/ 2300894 w 5593163"/>
              <a:gd name="connsiteY545" fmla="*/ 1378647 h 4305008"/>
              <a:gd name="connsiteX546" fmla="*/ 2299523 w 5593163"/>
              <a:gd name="connsiteY546" fmla="*/ 1361805 h 4305008"/>
              <a:gd name="connsiteX547" fmla="*/ 2299523 w 5593163"/>
              <a:gd name="connsiteY547" fmla="*/ 3010804 h 4305008"/>
              <a:gd name="connsiteX548" fmla="*/ 2300894 w 5593163"/>
              <a:gd name="connsiteY548" fmla="*/ 2993823 h 4305008"/>
              <a:gd name="connsiteX549" fmla="*/ 2308358 w 5593163"/>
              <a:gd name="connsiteY549" fmla="*/ 2901366 h 4305008"/>
              <a:gd name="connsiteX550" fmla="*/ 2308898 w 5593163"/>
              <a:gd name="connsiteY550" fmla="*/ 2894676 h 4305008"/>
              <a:gd name="connsiteX551" fmla="*/ 2309404 w 5593163"/>
              <a:gd name="connsiteY551" fmla="*/ 2894613 h 4305008"/>
              <a:gd name="connsiteX552" fmla="*/ 2999570 w 5593163"/>
              <a:gd name="connsiteY552" fmla="*/ 2201572 h 4305008"/>
              <a:gd name="connsiteX553" fmla="*/ 2999687 w 5593163"/>
              <a:gd name="connsiteY553" fmla="*/ 2200424 h 4305008"/>
              <a:gd name="connsiteX554" fmla="*/ 3015899 w 5593163"/>
              <a:gd name="connsiteY554" fmla="*/ 2198885 h 4305008"/>
              <a:gd name="connsiteX555" fmla="*/ 3111361 w 5593163"/>
              <a:gd name="connsiteY555" fmla="*/ 2189820 h 4305008"/>
              <a:gd name="connsiteX556" fmla="*/ 3128448 w 5593163"/>
              <a:gd name="connsiteY556" fmla="*/ 2188197 h 4305008"/>
              <a:gd name="connsiteX557" fmla="*/ 3128474 w 5593163"/>
              <a:gd name="connsiteY557" fmla="*/ 2188691 h 4305008"/>
              <a:gd name="connsiteX558" fmla="*/ 3128972 w 5593163"/>
              <a:gd name="connsiteY558" fmla="*/ 2188658 h 4305008"/>
              <a:gd name="connsiteX559" fmla="*/ 3129566 w 5593163"/>
              <a:gd name="connsiteY559" fmla="*/ 2200098 h 4305008"/>
              <a:gd name="connsiteX560" fmla="*/ 3128196 w 5593163"/>
              <a:gd name="connsiteY560" fmla="*/ 2217074 h 4305008"/>
              <a:gd name="connsiteX561" fmla="*/ 3120729 w 5593163"/>
              <a:gd name="connsiteY561" fmla="*/ 2309550 h 4305008"/>
              <a:gd name="connsiteX562" fmla="*/ 3120190 w 5593163"/>
              <a:gd name="connsiteY562" fmla="*/ 2316226 h 4305008"/>
              <a:gd name="connsiteX563" fmla="*/ 3119685 w 5593163"/>
              <a:gd name="connsiteY563" fmla="*/ 2316289 h 4305008"/>
              <a:gd name="connsiteX564" fmla="*/ 2429519 w 5593163"/>
              <a:gd name="connsiteY564" fmla="*/ 3009330 h 4305008"/>
              <a:gd name="connsiteX565" fmla="*/ 2429403 w 5593163"/>
              <a:gd name="connsiteY565" fmla="*/ 3010478 h 4305008"/>
              <a:gd name="connsiteX566" fmla="*/ 2413186 w 5593163"/>
              <a:gd name="connsiteY566" fmla="*/ 3012018 h 4305008"/>
              <a:gd name="connsiteX567" fmla="*/ 2317760 w 5593163"/>
              <a:gd name="connsiteY567" fmla="*/ 3021080 h 4305008"/>
              <a:gd name="connsiteX568" fmla="*/ 2300641 w 5593163"/>
              <a:gd name="connsiteY568" fmla="*/ 3022706 h 4305008"/>
              <a:gd name="connsiteX569" fmla="*/ 2300615 w 5593163"/>
              <a:gd name="connsiteY569" fmla="*/ 3022211 h 4305008"/>
              <a:gd name="connsiteX570" fmla="*/ 2300116 w 5593163"/>
              <a:gd name="connsiteY570" fmla="*/ 3022244 h 4305008"/>
              <a:gd name="connsiteX571" fmla="*/ 2299523 w 5593163"/>
              <a:gd name="connsiteY571" fmla="*/ 3010804 h 4305008"/>
              <a:gd name="connsiteX572" fmla="*/ 2299523 w 5593163"/>
              <a:gd name="connsiteY572" fmla="*/ 3058630 h 4305008"/>
              <a:gd name="connsiteX573" fmla="*/ 2300117 w 5593163"/>
              <a:gd name="connsiteY573" fmla="*/ 3047280 h 4305008"/>
              <a:gd name="connsiteX574" fmla="*/ 2300615 w 5593163"/>
              <a:gd name="connsiteY574" fmla="*/ 3047312 h 4305008"/>
              <a:gd name="connsiteX575" fmla="*/ 2300641 w 5593163"/>
              <a:gd name="connsiteY575" fmla="*/ 3046822 h 4305008"/>
              <a:gd name="connsiteX576" fmla="*/ 2317729 w 5593163"/>
              <a:gd name="connsiteY576" fmla="*/ 3048432 h 4305008"/>
              <a:gd name="connsiteX577" fmla="*/ 2413190 w 5593163"/>
              <a:gd name="connsiteY577" fmla="*/ 3057426 h 4305008"/>
              <a:gd name="connsiteX578" fmla="*/ 2429403 w 5593163"/>
              <a:gd name="connsiteY578" fmla="*/ 3058953 h 4305008"/>
              <a:gd name="connsiteX579" fmla="*/ 2429520 w 5593163"/>
              <a:gd name="connsiteY579" fmla="*/ 3060092 h 4305008"/>
              <a:gd name="connsiteX580" fmla="*/ 3119686 w 5593163"/>
              <a:gd name="connsiteY580" fmla="*/ 3747690 h 4305008"/>
              <a:gd name="connsiteX581" fmla="*/ 3120191 w 5593163"/>
              <a:gd name="connsiteY581" fmla="*/ 3747753 h 4305008"/>
              <a:gd name="connsiteX582" fmla="*/ 3120732 w 5593163"/>
              <a:gd name="connsiteY582" fmla="*/ 3754390 h 4305008"/>
              <a:gd name="connsiteX583" fmla="*/ 3128196 w 5593163"/>
              <a:gd name="connsiteY583" fmla="*/ 3846121 h 4305008"/>
              <a:gd name="connsiteX584" fmla="*/ 3129566 w 5593163"/>
              <a:gd name="connsiteY584" fmla="*/ 3862969 h 4305008"/>
              <a:gd name="connsiteX585" fmla="*/ 3128973 w 5593163"/>
              <a:gd name="connsiteY585" fmla="*/ 3874319 h 4305008"/>
              <a:gd name="connsiteX586" fmla="*/ 3128474 w 5593163"/>
              <a:gd name="connsiteY586" fmla="*/ 3874286 h 4305008"/>
              <a:gd name="connsiteX587" fmla="*/ 3128448 w 5593163"/>
              <a:gd name="connsiteY587" fmla="*/ 3874777 h 4305008"/>
              <a:gd name="connsiteX588" fmla="*/ 3111330 w 5593163"/>
              <a:gd name="connsiteY588" fmla="*/ 3873164 h 4305008"/>
              <a:gd name="connsiteX589" fmla="*/ 3015903 w 5593163"/>
              <a:gd name="connsiteY589" fmla="*/ 3864173 h 4305008"/>
              <a:gd name="connsiteX590" fmla="*/ 2999687 w 5593163"/>
              <a:gd name="connsiteY590" fmla="*/ 3862645 h 4305008"/>
              <a:gd name="connsiteX591" fmla="*/ 2999571 w 5593163"/>
              <a:gd name="connsiteY591" fmla="*/ 3861506 h 4305008"/>
              <a:gd name="connsiteX592" fmla="*/ 2309405 w 5593163"/>
              <a:gd name="connsiteY592" fmla="*/ 3173908 h 4305008"/>
              <a:gd name="connsiteX593" fmla="*/ 2308899 w 5593163"/>
              <a:gd name="connsiteY593" fmla="*/ 3173846 h 4305008"/>
              <a:gd name="connsiteX594" fmla="*/ 2308361 w 5593163"/>
              <a:gd name="connsiteY594" fmla="*/ 3167222 h 4305008"/>
              <a:gd name="connsiteX595" fmla="*/ 2300894 w 5593163"/>
              <a:gd name="connsiteY595" fmla="*/ 3075472 h 4305008"/>
              <a:gd name="connsiteX596" fmla="*/ 2299523 w 5593163"/>
              <a:gd name="connsiteY596" fmla="*/ 3058630 h 4305008"/>
              <a:gd name="connsiteX597" fmla="*/ 1601297 w 5593163"/>
              <a:gd name="connsiteY597" fmla="*/ 636203 h 4305008"/>
              <a:gd name="connsiteX598" fmla="*/ 2144606 w 5593163"/>
              <a:gd name="connsiteY598" fmla="*/ 1181049 h 4305008"/>
              <a:gd name="connsiteX599" fmla="*/ 1601297 w 5593163"/>
              <a:gd name="connsiteY599" fmla="*/ 636203 h 4305008"/>
              <a:gd name="connsiteX600" fmla="*/ 1601297 w 5593163"/>
              <a:gd name="connsiteY600" fmla="*/ 2333028 h 4305008"/>
              <a:gd name="connsiteX601" fmla="*/ 2144606 w 5593163"/>
              <a:gd name="connsiteY601" fmla="*/ 2877874 h 4305008"/>
              <a:gd name="connsiteX602" fmla="*/ 1601297 w 5593163"/>
              <a:gd name="connsiteY602" fmla="*/ 2333028 h 4305008"/>
              <a:gd name="connsiteX603" fmla="*/ 1601295 w 5593163"/>
              <a:gd name="connsiteY603" fmla="*/ 2034258 h 4305008"/>
              <a:gd name="connsiteX604" fmla="*/ 2144604 w 5593163"/>
              <a:gd name="connsiteY604" fmla="*/ 1493690 h 4305008"/>
              <a:gd name="connsiteX605" fmla="*/ 1601295 w 5593163"/>
              <a:gd name="connsiteY605" fmla="*/ 2034258 h 4305008"/>
              <a:gd name="connsiteX606" fmla="*/ 1601295 w 5593163"/>
              <a:gd name="connsiteY606" fmla="*/ 3731083 h 4305008"/>
              <a:gd name="connsiteX607" fmla="*/ 2144604 w 5593163"/>
              <a:gd name="connsiteY607" fmla="*/ 3190516 h 4305008"/>
              <a:gd name="connsiteX608" fmla="*/ 1601295 w 5593163"/>
              <a:gd name="connsiteY608" fmla="*/ 3731083 h 4305008"/>
              <a:gd name="connsiteX609" fmla="*/ 1457930 w 5593163"/>
              <a:gd name="connsiteY609" fmla="*/ 503273 h 4305008"/>
              <a:gd name="connsiteX610" fmla="*/ 1458524 w 5593163"/>
              <a:gd name="connsiteY610" fmla="*/ 491833 h 4305008"/>
              <a:gd name="connsiteX611" fmla="*/ 1459022 w 5593163"/>
              <a:gd name="connsiteY611" fmla="*/ 491866 h 4305008"/>
              <a:gd name="connsiteX612" fmla="*/ 1459048 w 5593163"/>
              <a:gd name="connsiteY612" fmla="*/ 491372 h 4305008"/>
              <a:gd name="connsiteX613" fmla="*/ 1476135 w 5593163"/>
              <a:gd name="connsiteY613" fmla="*/ 492995 h 4305008"/>
              <a:gd name="connsiteX614" fmla="*/ 1571597 w 5593163"/>
              <a:gd name="connsiteY614" fmla="*/ 502060 h 4305008"/>
              <a:gd name="connsiteX615" fmla="*/ 1587809 w 5593163"/>
              <a:gd name="connsiteY615" fmla="*/ 503599 h 4305008"/>
              <a:gd name="connsiteX616" fmla="*/ 1587926 w 5593163"/>
              <a:gd name="connsiteY616" fmla="*/ 504747 h 4305008"/>
              <a:gd name="connsiteX617" fmla="*/ 2278092 w 5593163"/>
              <a:gd name="connsiteY617" fmla="*/ 1197788 h 4305008"/>
              <a:gd name="connsiteX618" fmla="*/ 2278598 w 5593163"/>
              <a:gd name="connsiteY618" fmla="*/ 1197851 h 4305008"/>
              <a:gd name="connsiteX619" fmla="*/ 2279138 w 5593163"/>
              <a:gd name="connsiteY619" fmla="*/ 1204541 h 4305008"/>
              <a:gd name="connsiteX620" fmla="*/ 2286602 w 5593163"/>
              <a:gd name="connsiteY620" fmla="*/ 1296998 h 4305008"/>
              <a:gd name="connsiteX621" fmla="*/ 2287973 w 5593163"/>
              <a:gd name="connsiteY621" fmla="*/ 1313979 h 4305008"/>
              <a:gd name="connsiteX622" fmla="*/ 2287380 w 5593163"/>
              <a:gd name="connsiteY622" fmla="*/ 1325419 h 4305008"/>
              <a:gd name="connsiteX623" fmla="*/ 2286881 w 5593163"/>
              <a:gd name="connsiteY623" fmla="*/ 1325386 h 4305008"/>
              <a:gd name="connsiteX624" fmla="*/ 2286855 w 5593163"/>
              <a:gd name="connsiteY624" fmla="*/ 1325881 h 4305008"/>
              <a:gd name="connsiteX625" fmla="*/ 2269736 w 5593163"/>
              <a:gd name="connsiteY625" fmla="*/ 1324255 h 4305008"/>
              <a:gd name="connsiteX626" fmla="*/ 2174310 w 5593163"/>
              <a:gd name="connsiteY626" fmla="*/ 1315193 h 4305008"/>
              <a:gd name="connsiteX627" fmla="*/ 2158093 w 5593163"/>
              <a:gd name="connsiteY627" fmla="*/ 1313653 h 4305008"/>
              <a:gd name="connsiteX628" fmla="*/ 2157977 w 5593163"/>
              <a:gd name="connsiteY628" fmla="*/ 1312505 h 4305008"/>
              <a:gd name="connsiteX629" fmla="*/ 1467811 w 5593163"/>
              <a:gd name="connsiteY629" fmla="*/ 619464 h 4305008"/>
              <a:gd name="connsiteX630" fmla="*/ 1467306 w 5593163"/>
              <a:gd name="connsiteY630" fmla="*/ 619401 h 4305008"/>
              <a:gd name="connsiteX631" fmla="*/ 1466767 w 5593163"/>
              <a:gd name="connsiteY631" fmla="*/ 612725 h 4305008"/>
              <a:gd name="connsiteX632" fmla="*/ 1459300 w 5593163"/>
              <a:gd name="connsiteY632" fmla="*/ 520249 h 4305008"/>
              <a:gd name="connsiteX633" fmla="*/ 1457930 w 5593163"/>
              <a:gd name="connsiteY633" fmla="*/ 503273 h 4305008"/>
              <a:gd name="connsiteX634" fmla="*/ 1457930 w 5593163"/>
              <a:gd name="connsiteY634" fmla="*/ 2200098 h 4305008"/>
              <a:gd name="connsiteX635" fmla="*/ 1458524 w 5593163"/>
              <a:gd name="connsiteY635" fmla="*/ 2188658 h 4305008"/>
              <a:gd name="connsiteX636" fmla="*/ 1459022 w 5593163"/>
              <a:gd name="connsiteY636" fmla="*/ 2188691 h 4305008"/>
              <a:gd name="connsiteX637" fmla="*/ 1459048 w 5593163"/>
              <a:gd name="connsiteY637" fmla="*/ 2188197 h 4305008"/>
              <a:gd name="connsiteX638" fmla="*/ 1476135 w 5593163"/>
              <a:gd name="connsiteY638" fmla="*/ 2189820 h 4305008"/>
              <a:gd name="connsiteX639" fmla="*/ 1571597 w 5593163"/>
              <a:gd name="connsiteY639" fmla="*/ 2198885 h 4305008"/>
              <a:gd name="connsiteX640" fmla="*/ 1587809 w 5593163"/>
              <a:gd name="connsiteY640" fmla="*/ 2200424 h 4305008"/>
              <a:gd name="connsiteX641" fmla="*/ 1587926 w 5593163"/>
              <a:gd name="connsiteY641" fmla="*/ 2201572 h 4305008"/>
              <a:gd name="connsiteX642" fmla="*/ 2278092 w 5593163"/>
              <a:gd name="connsiteY642" fmla="*/ 2894613 h 4305008"/>
              <a:gd name="connsiteX643" fmla="*/ 2278598 w 5593163"/>
              <a:gd name="connsiteY643" fmla="*/ 2894676 h 4305008"/>
              <a:gd name="connsiteX644" fmla="*/ 2279138 w 5593163"/>
              <a:gd name="connsiteY644" fmla="*/ 2901366 h 4305008"/>
              <a:gd name="connsiteX645" fmla="*/ 2286602 w 5593163"/>
              <a:gd name="connsiteY645" fmla="*/ 2993823 h 4305008"/>
              <a:gd name="connsiteX646" fmla="*/ 2287973 w 5593163"/>
              <a:gd name="connsiteY646" fmla="*/ 3010804 h 4305008"/>
              <a:gd name="connsiteX647" fmla="*/ 2287380 w 5593163"/>
              <a:gd name="connsiteY647" fmla="*/ 3022244 h 4305008"/>
              <a:gd name="connsiteX648" fmla="*/ 2286881 w 5593163"/>
              <a:gd name="connsiteY648" fmla="*/ 3022211 h 4305008"/>
              <a:gd name="connsiteX649" fmla="*/ 2286855 w 5593163"/>
              <a:gd name="connsiteY649" fmla="*/ 3022706 h 4305008"/>
              <a:gd name="connsiteX650" fmla="*/ 2269736 w 5593163"/>
              <a:gd name="connsiteY650" fmla="*/ 3021080 h 4305008"/>
              <a:gd name="connsiteX651" fmla="*/ 2174310 w 5593163"/>
              <a:gd name="connsiteY651" fmla="*/ 3012018 h 4305008"/>
              <a:gd name="connsiteX652" fmla="*/ 2158093 w 5593163"/>
              <a:gd name="connsiteY652" fmla="*/ 3010478 h 4305008"/>
              <a:gd name="connsiteX653" fmla="*/ 2157977 w 5593163"/>
              <a:gd name="connsiteY653" fmla="*/ 3009330 h 4305008"/>
              <a:gd name="connsiteX654" fmla="*/ 1467811 w 5593163"/>
              <a:gd name="connsiteY654" fmla="*/ 2316289 h 4305008"/>
              <a:gd name="connsiteX655" fmla="*/ 1467306 w 5593163"/>
              <a:gd name="connsiteY655" fmla="*/ 2316226 h 4305008"/>
              <a:gd name="connsiteX656" fmla="*/ 1466767 w 5593163"/>
              <a:gd name="connsiteY656" fmla="*/ 2309550 h 4305008"/>
              <a:gd name="connsiteX657" fmla="*/ 1459300 w 5593163"/>
              <a:gd name="connsiteY657" fmla="*/ 2217074 h 4305008"/>
              <a:gd name="connsiteX658" fmla="*/ 1457930 w 5593163"/>
              <a:gd name="connsiteY658" fmla="*/ 2200098 h 4305008"/>
              <a:gd name="connsiteX659" fmla="*/ 1457930 w 5593163"/>
              <a:gd name="connsiteY659" fmla="*/ 3896923 h 4305008"/>
              <a:gd name="connsiteX660" fmla="*/ 1458524 w 5593163"/>
              <a:gd name="connsiteY660" fmla="*/ 3885483 h 4305008"/>
              <a:gd name="connsiteX661" fmla="*/ 1459022 w 5593163"/>
              <a:gd name="connsiteY661" fmla="*/ 3885516 h 4305008"/>
              <a:gd name="connsiteX662" fmla="*/ 1459048 w 5593163"/>
              <a:gd name="connsiteY662" fmla="*/ 3885022 h 4305008"/>
              <a:gd name="connsiteX663" fmla="*/ 1476135 w 5593163"/>
              <a:gd name="connsiteY663" fmla="*/ 3886645 h 4305008"/>
              <a:gd name="connsiteX664" fmla="*/ 1571597 w 5593163"/>
              <a:gd name="connsiteY664" fmla="*/ 3895710 h 4305008"/>
              <a:gd name="connsiteX665" fmla="*/ 1587809 w 5593163"/>
              <a:gd name="connsiteY665" fmla="*/ 3897249 h 4305008"/>
              <a:gd name="connsiteX666" fmla="*/ 1587926 w 5593163"/>
              <a:gd name="connsiteY666" fmla="*/ 3898397 h 4305008"/>
              <a:gd name="connsiteX667" fmla="*/ 2148179 w 5593163"/>
              <a:gd name="connsiteY667" fmla="*/ 4255797 h 4305008"/>
              <a:gd name="connsiteX668" fmla="*/ 2176624 w 5593163"/>
              <a:gd name="connsiteY668" fmla="*/ 4305008 h 4305008"/>
              <a:gd name="connsiteX669" fmla="*/ 2025574 w 5593163"/>
              <a:gd name="connsiteY669" fmla="*/ 4305008 h 4305008"/>
              <a:gd name="connsiteX670" fmla="*/ 1973451 w 5593163"/>
              <a:gd name="connsiteY670" fmla="*/ 4241205 h 4305008"/>
              <a:gd name="connsiteX671" fmla="*/ 1601297 w 5593163"/>
              <a:gd name="connsiteY671" fmla="*/ 4029853 h 4305008"/>
              <a:gd name="connsiteX672" fmla="*/ 1700478 w 5593163"/>
              <a:gd name="connsiteY672" fmla="*/ 4271827 h 4305008"/>
              <a:gd name="connsiteX673" fmla="*/ 1727160 w 5593163"/>
              <a:gd name="connsiteY673" fmla="*/ 4305008 h 4305008"/>
              <a:gd name="connsiteX674" fmla="*/ 1573050 w 5593163"/>
              <a:gd name="connsiteY674" fmla="*/ 4305008 h 4305008"/>
              <a:gd name="connsiteX675" fmla="*/ 1542929 w 5593163"/>
              <a:gd name="connsiteY675" fmla="*/ 4254710 h 4305008"/>
              <a:gd name="connsiteX676" fmla="*/ 1467811 w 5593163"/>
              <a:gd name="connsiteY676" fmla="*/ 4013114 h 4305008"/>
              <a:gd name="connsiteX677" fmla="*/ 1467306 w 5593163"/>
              <a:gd name="connsiteY677" fmla="*/ 4013051 h 4305008"/>
              <a:gd name="connsiteX678" fmla="*/ 1466767 w 5593163"/>
              <a:gd name="connsiteY678" fmla="*/ 4006375 h 4305008"/>
              <a:gd name="connsiteX679" fmla="*/ 1459300 w 5593163"/>
              <a:gd name="connsiteY679" fmla="*/ 3913899 h 4305008"/>
              <a:gd name="connsiteX680" fmla="*/ 1457930 w 5593163"/>
              <a:gd name="connsiteY680" fmla="*/ 3896923 h 4305008"/>
              <a:gd name="connsiteX681" fmla="*/ 1457928 w 5593163"/>
              <a:gd name="connsiteY681" fmla="*/ 469318 h 4305008"/>
              <a:gd name="connsiteX682" fmla="*/ 1459298 w 5593163"/>
              <a:gd name="connsiteY682" fmla="*/ 452471 h 4305008"/>
              <a:gd name="connsiteX683" fmla="*/ 1466762 w 5593163"/>
              <a:gd name="connsiteY683" fmla="*/ 360740 h 4305008"/>
              <a:gd name="connsiteX684" fmla="*/ 1467303 w 5593163"/>
              <a:gd name="connsiteY684" fmla="*/ 354103 h 4305008"/>
              <a:gd name="connsiteX685" fmla="*/ 1467808 w 5593163"/>
              <a:gd name="connsiteY685" fmla="*/ 354040 h 4305008"/>
              <a:gd name="connsiteX686" fmla="*/ 1552022 w 5593163"/>
              <a:gd name="connsiteY686" fmla="*/ 96778 h 4305008"/>
              <a:gd name="connsiteX687" fmla="*/ 1614656 w 5593163"/>
              <a:gd name="connsiteY687" fmla="*/ 0 h 4305008"/>
              <a:gd name="connsiteX688" fmla="*/ 1783031 w 5593163"/>
              <a:gd name="connsiteY688" fmla="*/ 0 h 4305008"/>
              <a:gd name="connsiteX689" fmla="*/ 1714803 w 5593163"/>
              <a:gd name="connsiteY689" fmla="*/ 76659 h 4305008"/>
              <a:gd name="connsiteX690" fmla="*/ 1601295 w 5593163"/>
              <a:gd name="connsiteY690" fmla="*/ 337433 h 4305008"/>
              <a:gd name="connsiteX691" fmla="*/ 2040269 w 5593163"/>
              <a:gd name="connsiteY691" fmla="*/ 44350 h 4305008"/>
              <a:gd name="connsiteX692" fmla="*/ 2062497 w 5593163"/>
              <a:gd name="connsiteY692" fmla="*/ 0 h 4305008"/>
              <a:gd name="connsiteX693" fmla="*/ 2211135 w 5593163"/>
              <a:gd name="connsiteY693" fmla="*/ 0 h 4305008"/>
              <a:gd name="connsiteX694" fmla="*/ 2159296 w 5593163"/>
              <a:gd name="connsiteY694" fmla="*/ 95636 h 4305008"/>
              <a:gd name="connsiteX695" fmla="*/ 1587923 w 5593163"/>
              <a:gd name="connsiteY695" fmla="*/ 467856 h 4305008"/>
              <a:gd name="connsiteX696" fmla="*/ 1587807 w 5593163"/>
              <a:gd name="connsiteY696" fmla="*/ 468995 h 4305008"/>
              <a:gd name="connsiteX697" fmla="*/ 1571591 w 5593163"/>
              <a:gd name="connsiteY697" fmla="*/ 470523 h 4305008"/>
              <a:gd name="connsiteX698" fmla="*/ 1476164 w 5593163"/>
              <a:gd name="connsiteY698" fmla="*/ 479514 h 4305008"/>
              <a:gd name="connsiteX699" fmla="*/ 1459046 w 5593163"/>
              <a:gd name="connsiteY699" fmla="*/ 481127 h 4305008"/>
              <a:gd name="connsiteX700" fmla="*/ 1459020 w 5593163"/>
              <a:gd name="connsiteY700" fmla="*/ 480636 h 4305008"/>
              <a:gd name="connsiteX701" fmla="*/ 1458521 w 5593163"/>
              <a:gd name="connsiteY701" fmla="*/ 480669 h 4305008"/>
              <a:gd name="connsiteX702" fmla="*/ 1457928 w 5593163"/>
              <a:gd name="connsiteY702" fmla="*/ 469318 h 4305008"/>
              <a:gd name="connsiteX703" fmla="*/ 1457928 w 5593163"/>
              <a:gd name="connsiteY703" fmla="*/ 2166144 h 4305008"/>
              <a:gd name="connsiteX704" fmla="*/ 1459298 w 5593163"/>
              <a:gd name="connsiteY704" fmla="*/ 2149296 h 4305008"/>
              <a:gd name="connsiteX705" fmla="*/ 1466762 w 5593163"/>
              <a:gd name="connsiteY705" fmla="*/ 2057565 h 4305008"/>
              <a:gd name="connsiteX706" fmla="*/ 1467303 w 5593163"/>
              <a:gd name="connsiteY706" fmla="*/ 2050928 h 4305008"/>
              <a:gd name="connsiteX707" fmla="*/ 1467808 w 5593163"/>
              <a:gd name="connsiteY707" fmla="*/ 2050865 h 4305008"/>
              <a:gd name="connsiteX708" fmla="*/ 2157974 w 5593163"/>
              <a:gd name="connsiteY708" fmla="*/ 1363267 h 4305008"/>
              <a:gd name="connsiteX709" fmla="*/ 2158091 w 5593163"/>
              <a:gd name="connsiteY709" fmla="*/ 1362128 h 4305008"/>
              <a:gd name="connsiteX710" fmla="*/ 2174304 w 5593163"/>
              <a:gd name="connsiteY710" fmla="*/ 1360601 h 4305008"/>
              <a:gd name="connsiteX711" fmla="*/ 2269765 w 5593163"/>
              <a:gd name="connsiteY711" fmla="*/ 1351607 h 4305008"/>
              <a:gd name="connsiteX712" fmla="*/ 2286853 w 5593163"/>
              <a:gd name="connsiteY712" fmla="*/ 1349997 h 4305008"/>
              <a:gd name="connsiteX713" fmla="*/ 2286879 w 5593163"/>
              <a:gd name="connsiteY713" fmla="*/ 1350487 h 4305008"/>
              <a:gd name="connsiteX714" fmla="*/ 2287377 w 5593163"/>
              <a:gd name="connsiteY714" fmla="*/ 1350455 h 4305008"/>
              <a:gd name="connsiteX715" fmla="*/ 2287971 w 5593163"/>
              <a:gd name="connsiteY715" fmla="*/ 1361805 h 4305008"/>
              <a:gd name="connsiteX716" fmla="*/ 2286600 w 5593163"/>
              <a:gd name="connsiteY716" fmla="*/ 1378647 h 4305008"/>
              <a:gd name="connsiteX717" fmla="*/ 2279133 w 5593163"/>
              <a:gd name="connsiteY717" fmla="*/ 1470397 h 4305008"/>
              <a:gd name="connsiteX718" fmla="*/ 2278595 w 5593163"/>
              <a:gd name="connsiteY718" fmla="*/ 1477021 h 4305008"/>
              <a:gd name="connsiteX719" fmla="*/ 2278089 w 5593163"/>
              <a:gd name="connsiteY719" fmla="*/ 1477083 h 4305008"/>
              <a:gd name="connsiteX720" fmla="*/ 1587923 w 5593163"/>
              <a:gd name="connsiteY720" fmla="*/ 2164681 h 4305008"/>
              <a:gd name="connsiteX721" fmla="*/ 1587807 w 5593163"/>
              <a:gd name="connsiteY721" fmla="*/ 2165820 h 4305008"/>
              <a:gd name="connsiteX722" fmla="*/ 1571591 w 5593163"/>
              <a:gd name="connsiteY722" fmla="*/ 2167348 h 4305008"/>
              <a:gd name="connsiteX723" fmla="*/ 1476164 w 5593163"/>
              <a:gd name="connsiteY723" fmla="*/ 2176339 h 4305008"/>
              <a:gd name="connsiteX724" fmla="*/ 1459046 w 5593163"/>
              <a:gd name="connsiteY724" fmla="*/ 2177952 h 4305008"/>
              <a:gd name="connsiteX725" fmla="*/ 1459020 w 5593163"/>
              <a:gd name="connsiteY725" fmla="*/ 2177461 h 4305008"/>
              <a:gd name="connsiteX726" fmla="*/ 1458521 w 5593163"/>
              <a:gd name="connsiteY726" fmla="*/ 2177494 h 4305008"/>
              <a:gd name="connsiteX727" fmla="*/ 1457928 w 5593163"/>
              <a:gd name="connsiteY727" fmla="*/ 2166144 h 4305008"/>
              <a:gd name="connsiteX728" fmla="*/ 1457928 w 5593163"/>
              <a:gd name="connsiteY728" fmla="*/ 3862969 h 4305008"/>
              <a:gd name="connsiteX729" fmla="*/ 1459298 w 5593163"/>
              <a:gd name="connsiteY729" fmla="*/ 3846121 h 4305008"/>
              <a:gd name="connsiteX730" fmla="*/ 1466762 w 5593163"/>
              <a:gd name="connsiteY730" fmla="*/ 3754390 h 4305008"/>
              <a:gd name="connsiteX731" fmla="*/ 1467303 w 5593163"/>
              <a:gd name="connsiteY731" fmla="*/ 3747753 h 4305008"/>
              <a:gd name="connsiteX732" fmla="*/ 1467808 w 5593163"/>
              <a:gd name="connsiteY732" fmla="*/ 3747690 h 4305008"/>
              <a:gd name="connsiteX733" fmla="*/ 2157974 w 5593163"/>
              <a:gd name="connsiteY733" fmla="*/ 3060092 h 4305008"/>
              <a:gd name="connsiteX734" fmla="*/ 2158091 w 5593163"/>
              <a:gd name="connsiteY734" fmla="*/ 3058953 h 4305008"/>
              <a:gd name="connsiteX735" fmla="*/ 2174304 w 5593163"/>
              <a:gd name="connsiteY735" fmla="*/ 3057426 h 4305008"/>
              <a:gd name="connsiteX736" fmla="*/ 2269765 w 5593163"/>
              <a:gd name="connsiteY736" fmla="*/ 3048432 h 4305008"/>
              <a:gd name="connsiteX737" fmla="*/ 2286853 w 5593163"/>
              <a:gd name="connsiteY737" fmla="*/ 3046822 h 4305008"/>
              <a:gd name="connsiteX738" fmla="*/ 2286879 w 5593163"/>
              <a:gd name="connsiteY738" fmla="*/ 3047312 h 4305008"/>
              <a:gd name="connsiteX739" fmla="*/ 2287377 w 5593163"/>
              <a:gd name="connsiteY739" fmla="*/ 3047280 h 4305008"/>
              <a:gd name="connsiteX740" fmla="*/ 2287971 w 5593163"/>
              <a:gd name="connsiteY740" fmla="*/ 3058630 h 4305008"/>
              <a:gd name="connsiteX741" fmla="*/ 2286600 w 5593163"/>
              <a:gd name="connsiteY741" fmla="*/ 3075472 h 4305008"/>
              <a:gd name="connsiteX742" fmla="*/ 2279133 w 5593163"/>
              <a:gd name="connsiteY742" fmla="*/ 3167222 h 4305008"/>
              <a:gd name="connsiteX743" fmla="*/ 2278595 w 5593163"/>
              <a:gd name="connsiteY743" fmla="*/ 3173846 h 4305008"/>
              <a:gd name="connsiteX744" fmla="*/ 2278089 w 5593163"/>
              <a:gd name="connsiteY744" fmla="*/ 3173908 h 4305008"/>
              <a:gd name="connsiteX745" fmla="*/ 1587923 w 5593163"/>
              <a:gd name="connsiteY745" fmla="*/ 3861506 h 4305008"/>
              <a:gd name="connsiteX746" fmla="*/ 1587807 w 5593163"/>
              <a:gd name="connsiteY746" fmla="*/ 3862645 h 4305008"/>
              <a:gd name="connsiteX747" fmla="*/ 1571591 w 5593163"/>
              <a:gd name="connsiteY747" fmla="*/ 3864173 h 4305008"/>
              <a:gd name="connsiteX748" fmla="*/ 1476164 w 5593163"/>
              <a:gd name="connsiteY748" fmla="*/ 3873164 h 4305008"/>
              <a:gd name="connsiteX749" fmla="*/ 1459046 w 5593163"/>
              <a:gd name="connsiteY749" fmla="*/ 3874777 h 4305008"/>
              <a:gd name="connsiteX750" fmla="*/ 1459020 w 5593163"/>
              <a:gd name="connsiteY750" fmla="*/ 3874286 h 4305008"/>
              <a:gd name="connsiteX751" fmla="*/ 1458521 w 5593163"/>
              <a:gd name="connsiteY751" fmla="*/ 3874319 h 4305008"/>
              <a:gd name="connsiteX752" fmla="*/ 1457928 w 5593163"/>
              <a:gd name="connsiteY752" fmla="*/ 3862969 h 4305008"/>
              <a:gd name="connsiteX753" fmla="*/ 750739 w 5593163"/>
              <a:gd name="connsiteY753" fmla="*/ 1181049 h 4305008"/>
              <a:gd name="connsiteX754" fmla="*/ 1294048 w 5593163"/>
              <a:gd name="connsiteY754" fmla="*/ 636203 h 4305008"/>
              <a:gd name="connsiteX755" fmla="*/ 750739 w 5593163"/>
              <a:gd name="connsiteY755" fmla="*/ 1181049 h 4305008"/>
              <a:gd name="connsiteX756" fmla="*/ 750739 w 5593163"/>
              <a:gd name="connsiteY756" fmla="*/ 1493690 h 4305008"/>
              <a:gd name="connsiteX757" fmla="*/ 1294048 w 5593163"/>
              <a:gd name="connsiteY757" fmla="*/ 2034258 h 4305008"/>
              <a:gd name="connsiteX758" fmla="*/ 750739 w 5593163"/>
              <a:gd name="connsiteY758" fmla="*/ 1493690 h 4305008"/>
              <a:gd name="connsiteX759" fmla="*/ 750739 w 5593163"/>
              <a:gd name="connsiteY759" fmla="*/ 2877874 h 4305008"/>
              <a:gd name="connsiteX760" fmla="*/ 1294048 w 5593163"/>
              <a:gd name="connsiteY760" fmla="*/ 2333028 h 4305008"/>
              <a:gd name="connsiteX761" fmla="*/ 750739 w 5593163"/>
              <a:gd name="connsiteY761" fmla="*/ 2877874 h 4305008"/>
              <a:gd name="connsiteX762" fmla="*/ 750739 w 5593163"/>
              <a:gd name="connsiteY762" fmla="*/ 3190516 h 4305008"/>
              <a:gd name="connsiteX763" fmla="*/ 1294048 w 5593163"/>
              <a:gd name="connsiteY763" fmla="*/ 3731083 h 4305008"/>
              <a:gd name="connsiteX764" fmla="*/ 750739 w 5593163"/>
              <a:gd name="connsiteY764" fmla="*/ 3190516 h 4305008"/>
              <a:gd name="connsiteX765" fmla="*/ 718720 w 5593163"/>
              <a:gd name="connsiteY765" fmla="*/ 4305008 h 4305008"/>
              <a:gd name="connsiteX766" fmla="*/ 747165 w 5593163"/>
              <a:gd name="connsiteY766" fmla="*/ 4255797 h 4305008"/>
              <a:gd name="connsiteX767" fmla="*/ 1307418 w 5593163"/>
              <a:gd name="connsiteY767" fmla="*/ 3898397 h 4305008"/>
              <a:gd name="connsiteX768" fmla="*/ 1307535 w 5593163"/>
              <a:gd name="connsiteY768" fmla="*/ 3897249 h 4305008"/>
              <a:gd name="connsiteX769" fmla="*/ 1323748 w 5593163"/>
              <a:gd name="connsiteY769" fmla="*/ 3895710 h 4305008"/>
              <a:gd name="connsiteX770" fmla="*/ 1419209 w 5593163"/>
              <a:gd name="connsiteY770" fmla="*/ 3886645 h 4305008"/>
              <a:gd name="connsiteX771" fmla="*/ 1436297 w 5593163"/>
              <a:gd name="connsiteY771" fmla="*/ 3885022 h 4305008"/>
              <a:gd name="connsiteX772" fmla="*/ 1436323 w 5593163"/>
              <a:gd name="connsiteY772" fmla="*/ 3885516 h 4305008"/>
              <a:gd name="connsiteX773" fmla="*/ 1436821 w 5593163"/>
              <a:gd name="connsiteY773" fmla="*/ 3885483 h 4305008"/>
              <a:gd name="connsiteX774" fmla="*/ 1437415 w 5593163"/>
              <a:gd name="connsiteY774" fmla="*/ 3896923 h 4305008"/>
              <a:gd name="connsiteX775" fmla="*/ 1436044 w 5593163"/>
              <a:gd name="connsiteY775" fmla="*/ 3913899 h 4305008"/>
              <a:gd name="connsiteX776" fmla="*/ 1428577 w 5593163"/>
              <a:gd name="connsiteY776" fmla="*/ 4006375 h 4305008"/>
              <a:gd name="connsiteX777" fmla="*/ 1428039 w 5593163"/>
              <a:gd name="connsiteY777" fmla="*/ 4013051 h 4305008"/>
              <a:gd name="connsiteX778" fmla="*/ 1427533 w 5593163"/>
              <a:gd name="connsiteY778" fmla="*/ 4013114 h 4305008"/>
              <a:gd name="connsiteX779" fmla="*/ 1352416 w 5593163"/>
              <a:gd name="connsiteY779" fmla="*/ 4254710 h 4305008"/>
              <a:gd name="connsiteX780" fmla="*/ 1322295 w 5593163"/>
              <a:gd name="connsiteY780" fmla="*/ 4305008 h 4305008"/>
              <a:gd name="connsiteX781" fmla="*/ 1168185 w 5593163"/>
              <a:gd name="connsiteY781" fmla="*/ 4305008 h 4305008"/>
              <a:gd name="connsiteX782" fmla="*/ 1194867 w 5593163"/>
              <a:gd name="connsiteY782" fmla="*/ 4271827 h 4305008"/>
              <a:gd name="connsiteX783" fmla="*/ 1294048 w 5593163"/>
              <a:gd name="connsiteY783" fmla="*/ 4029853 h 4305008"/>
              <a:gd name="connsiteX784" fmla="*/ 921894 w 5593163"/>
              <a:gd name="connsiteY784" fmla="*/ 4241205 h 4305008"/>
              <a:gd name="connsiteX785" fmla="*/ 869771 w 5593163"/>
              <a:gd name="connsiteY785" fmla="*/ 4305008 h 4305008"/>
              <a:gd name="connsiteX786" fmla="*/ 684209 w 5593163"/>
              <a:gd name="connsiteY786" fmla="*/ 0 h 4305008"/>
              <a:gd name="connsiteX787" fmla="*/ 832847 w 5593163"/>
              <a:gd name="connsiteY787" fmla="*/ 0 h 4305008"/>
              <a:gd name="connsiteX788" fmla="*/ 855075 w 5593163"/>
              <a:gd name="connsiteY788" fmla="*/ 44350 h 4305008"/>
              <a:gd name="connsiteX789" fmla="*/ 1294048 w 5593163"/>
              <a:gd name="connsiteY789" fmla="*/ 337433 h 4305008"/>
              <a:gd name="connsiteX790" fmla="*/ 1180541 w 5593163"/>
              <a:gd name="connsiteY790" fmla="*/ 76659 h 4305008"/>
              <a:gd name="connsiteX791" fmla="*/ 1112313 w 5593163"/>
              <a:gd name="connsiteY791" fmla="*/ 0 h 4305008"/>
              <a:gd name="connsiteX792" fmla="*/ 1280688 w 5593163"/>
              <a:gd name="connsiteY792" fmla="*/ 0 h 4305008"/>
              <a:gd name="connsiteX793" fmla="*/ 1343322 w 5593163"/>
              <a:gd name="connsiteY793" fmla="*/ 96778 h 4305008"/>
              <a:gd name="connsiteX794" fmla="*/ 1427534 w 5593163"/>
              <a:gd name="connsiteY794" fmla="*/ 354040 h 4305008"/>
              <a:gd name="connsiteX795" fmla="*/ 1428040 w 5593163"/>
              <a:gd name="connsiteY795" fmla="*/ 354102 h 4305008"/>
              <a:gd name="connsiteX796" fmla="*/ 1428580 w 5593163"/>
              <a:gd name="connsiteY796" fmla="*/ 360740 h 4305008"/>
              <a:gd name="connsiteX797" fmla="*/ 1436044 w 5593163"/>
              <a:gd name="connsiteY797" fmla="*/ 452471 h 4305008"/>
              <a:gd name="connsiteX798" fmla="*/ 1437415 w 5593163"/>
              <a:gd name="connsiteY798" fmla="*/ 469318 h 4305008"/>
              <a:gd name="connsiteX799" fmla="*/ 1436822 w 5593163"/>
              <a:gd name="connsiteY799" fmla="*/ 480669 h 4305008"/>
              <a:gd name="connsiteX800" fmla="*/ 1436323 w 5593163"/>
              <a:gd name="connsiteY800" fmla="*/ 480636 h 4305008"/>
              <a:gd name="connsiteX801" fmla="*/ 1436297 w 5593163"/>
              <a:gd name="connsiteY801" fmla="*/ 481127 h 4305008"/>
              <a:gd name="connsiteX802" fmla="*/ 1419178 w 5593163"/>
              <a:gd name="connsiteY802" fmla="*/ 479514 h 4305008"/>
              <a:gd name="connsiteX803" fmla="*/ 1323752 w 5593163"/>
              <a:gd name="connsiteY803" fmla="*/ 470523 h 4305008"/>
              <a:gd name="connsiteX804" fmla="*/ 1307535 w 5593163"/>
              <a:gd name="connsiteY804" fmla="*/ 468995 h 4305008"/>
              <a:gd name="connsiteX805" fmla="*/ 1307419 w 5593163"/>
              <a:gd name="connsiteY805" fmla="*/ 467856 h 4305008"/>
              <a:gd name="connsiteX806" fmla="*/ 736048 w 5593163"/>
              <a:gd name="connsiteY806" fmla="*/ 95636 h 4305008"/>
              <a:gd name="connsiteX807" fmla="*/ 607372 w 5593163"/>
              <a:gd name="connsiteY807" fmla="*/ 1313979 h 4305008"/>
              <a:gd name="connsiteX808" fmla="*/ 608742 w 5593163"/>
              <a:gd name="connsiteY808" fmla="*/ 1296998 h 4305008"/>
              <a:gd name="connsiteX809" fmla="*/ 616206 w 5593163"/>
              <a:gd name="connsiteY809" fmla="*/ 1204541 h 4305008"/>
              <a:gd name="connsiteX810" fmla="*/ 616747 w 5593163"/>
              <a:gd name="connsiteY810" fmla="*/ 1197851 h 4305008"/>
              <a:gd name="connsiteX811" fmla="*/ 617252 w 5593163"/>
              <a:gd name="connsiteY811" fmla="*/ 1197788 h 4305008"/>
              <a:gd name="connsiteX812" fmla="*/ 1307418 w 5593163"/>
              <a:gd name="connsiteY812" fmla="*/ 504747 h 4305008"/>
              <a:gd name="connsiteX813" fmla="*/ 1307535 w 5593163"/>
              <a:gd name="connsiteY813" fmla="*/ 503599 h 4305008"/>
              <a:gd name="connsiteX814" fmla="*/ 1323748 w 5593163"/>
              <a:gd name="connsiteY814" fmla="*/ 502060 h 4305008"/>
              <a:gd name="connsiteX815" fmla="*/ 1419209 w 5593163"/>
              <a:gd name="connsiteY815" fmla="*/ 492995 h 4305008"/>
              <a:gd name="connsiteX816" fmla="*/ 1436297 w 5593163"/>
              <a:gd name="connsiteY816" fmla="*/ 491372 h 4305008"/>
              <a:gd name="connsiteX817" fmla="*/ 1436323 w 5593163"/>
              <a:gd name="connsiteY817" fmla="*/ 491866 h 4305008"/>
              <a:gd name="connsiteX818" fmla="*/ 1436821 w 5593163"/>
              <a:gd name="connsiteY818" fmla="*/ 491833 h 4305008"/>
              <a:gd name="connsiteX819" fmla="*/ 1437415 w 5593163"/>
              <a:gd name="connsiteY819" fmla="*/ 503273 h 4305008"/>
              <a:gd name="connsiteX820" fmla="*/ 1436044 w 5593163"/>
              <a:gd name="connsiteY820" fmla="*/ 520249 h 4305008"/>
              <a:gd name="connsiteX821" fmla="*/ 1428577 w 5593163"/>
              <a:gd name="connsiteY821" fmla="*/ 612725 h 4305008"/>
              <a:gd name="connsiteX822" fmla="*/ 1428039 w 5593163"/>
              <a:gd name="connsiteY822" fmla="*/ 619401 h 4305008"/>
              <a:gd name="connsiteX823" fmla="*/ 1427533 w 5593163"/>
              <a:gd name="connsiteY823" fmla="*/ 619464 h 4305008"/>
              <a:gd name="connsiteX824" fmla="*/ 737367 w 5593163"/>
              <a:gd name="connsiteY824" fmla="*/ 1312505 h 4305008"/>
              <a:gd name="connsiteX825" fmla="*/ 737251 w 5593163"/>
              <a:gd name="connsiteY825" fmla="*/ 1313653 h 4305008"/>
              <a:gd name="connsiteX826" fmla="*/ 721035 w 5593163"/>
              <a:gd name="connsiteY826" fmla="*/ 1315193 h 4305008"/>
              <a:gd name="connsiteX827" fmla="*/ 625608 w 5593163"/>
              <a:gd name="connsiteY827" fmla="*/ 1324255 h 4305008"/>
              <a:gd name="connsiteX828" fmla="*/ 608490 w 5593163"/>
              <a:gd name="connsiteY828" fmla="*/ 1325881 h 4305008"/>
              <a:gd name="connsiteX829" fmla="*/ 608464 w 5593163"/>
              <a:gd name="connsiteY829" fmla="*/ 1325386 h 4305008"/>
              <a:gd name="connsiteX830" fmla="*/ 607965 w 5593163"/>
              <a:gd name="connsiteY830" fmla="*/ 1325419 h 4305008"/>
              <a:gd name="connsiteX831" fmla="*/ 607372 w 5593163"/>
              <a:gd name="connsiteY831" fmla="*/ 1313979 h 4305008"/>
              <a:gd name="connsiteX832" fmla="*/ 607372 w 5593163"/>
              <a:gd name="connsiteY832" fmla="*/ 1361805 h 4305008"/>
              <a:gd name="connsiteX833" fmla="*/ 607966 w 5593163"/>
              <a:gd name="connsiteY833" fmla="*/ 1350455 h 4305008"/>
              <a:gd name="connsiteX834" fmla="*/ 608464 w 5593163"/>
              <a:gd name="connsiteY834" fmla="*/ 1350487 h 4305008"/>
              <a:gd name="connsiteX835" fmla="*/ 608490 w 5593163"/>
              <a:gd name="connsiteY835" fmla="*/ 1349997 h 4305008"/>
              <a:gd name="connsiteX836" fmla="*/ 625577 w 5593163"/>
              <a:gd name="connsiteY836" fmla="*/ 1351607 h 4305008"/>
              <a:gd name="connsiteX837" fmla="*/ 721039 w 5593163"/>
              <a:gd name="connsiteY837" fmla="*/ 1360601 h 4305008"/>
              <a:gd name="connsiteX838" fmla="*/ 737251 w 5593163"/>
              <a:gd name="connsiteY838" fmla="*/ 1362128 h 4305008"/>
              <a:gd name="connsiteX839" fmla="*/ 737368 w 5593163"/>
              <a:gd name="connsiteY839" fmla="*/ 1363267 h 4305008"/>
              <a:gd name="connsiteX840" fmla="*/ 1427534 w 5593163"/>
              <a:gd name="connsiteY840" fmla="*/ 2050865 h 4305008"/>
              <a:gd name="connsiteX841" fmla="*/ 1428040 w 5593163"/>
              <a:gd name="connsiteY841" fmla="*/ 2050928 h 4305008"/>
              <a:gd name="connsiteX842" fmla="*/ 1428580 w 5593163"/>
              <a:gd name="connsiteY842" fmla="*/ 2057565 h 4305008"/>
              <a:gd name="connsiteX843" fmla="*/ 1436044 w 5593163"/>
              <a:gd name="connsiteY843" fmla="*/ 2149296 h 4305008"/>
              <a:gd name="connsiteX844" fmla="*/ 1437415 w 5593163"/>
              <a:gd name="connsiteY844" fmla="*/ 2166144 h 4305008"/>
              <a:gd name="connsiteX845" fmla="*/ 1436822 w 5593163"/>
              <a:gd name="connsiteY845" fmla="*/ 2177494 h 4305008"/>
              <a:gd name="connsiteX846" fmla="*/ 1436323 w 5593163"/>
              <a:gd name="connsiteY846" fmla="*/ 2177461 h 4305008"/>
              <a:gd name="connsiteX847" fmla="*/ 1436297 w 5593163"/>
              <a:gd name="connsiteY847" fmla="*/ 2177952 h 4305008"/>
              <a:gd name="connsiteX848" fmla="*/ 1419178 w 5593163"/>
              <a:gd name="connsiteY848" fmla="*/ 2176339 h 4305008"/>
              <a:gd name="connsiteX849" fmla="*/ 1323752 w 5593163"/>
              <a:gd name="connsiteY849" fmla="*/ 2167348 h 4305008"/>
              <a:gd name="connsiteX850" fmla="*/ 1307535 w 5593163"/>
              <a:gd name="connsiteY850" fmla="*/ 2165820 h 4305008"/>
              <a:gd name="connsiteX851" fmla="*/ 1307419 w 5593163"/>
              <a:gd name="connsiteY851" fmla="*/ 2164681 h 4305008"/>
              <a:gd name="connsiteX852" fmla="*/ 617253 w 5593163"/>
              <a:gd name="connsiteY852" fmla="*/ 1477083 h 4305008"/>
              <a:gd name="connsiteX853" fmla="*/ 616748 w 5593163"/>
              <a:gd name="connsiteY853" fmla="*/ 1477021 h 4305008"/>
              <a:gd name="connsiteX854" fmla="*/ 616209 w 5593163"/>
              <a:gd name="connsiteY854" fmla="*/ 1470397 h 4305008"/>
              <a:gd name="connsiteX855" fmla="*/ 608742 w 5593163"/>
              <a:gd name="connsiteY855" fmla="*/ 1378647 h 4305008"/>
              <a:gd name="connsiteX856" fmla="*/ 607372 w 5593163"/>
              <a:gd name="connsiteY856" fmla="*/ 1361805 h 4305008"/>
              <a:gd name="connsiteX857" fmla="*/ 607372 w 5593163"/>
              <a:gd name="connsiteY857" fmla="*/ 3010804 h 4305008"/>
              <a:gd name="connsiteX858" fmla="*/ 608742 w 5593163"/>
              <a:gd name="connsiteY858" fmla="*/ 2993823 h 4305008"/>
              <a:gd name="connsiteX859" fmla="*/ 616206 w 5593163"/>
              <a:gd name="connsiteY859" fmla="*/ 2901366 h 4305008"/>
              <a:gd name="connsiteX860" fmla="*/ 616747 w 5593163"/>
              <a:gd name="connsiteY860" fmla="*/ 2894676 h 4305008"/>
              <a:gd name="connsiteX861" fmla="*/ 617252 w 5593163"/>
              <a:gd name="connsiteY861" fmla="*/ 2894613 h 4305008"/>
              <a:gd name="connsiteX862" fmla="*/ 1307418 w 5593163"/>
              <a:gd name="connsiteY862" fmla="*/ 2201572 h 4305008"/>
              <a:gd name="connsiteX863" fmla="*/ 1307535 w 5593163"/>
              <a:gd name="connsiteY863" fmla="*/ 2200424 h 4305008"/>
              <a:gd name="connsiteX864" fmla="*/ 1323748 w 5593163"/>
              <a:gd name="connsiteY864" fmla="*/ 2198885 h 4305008"/>
              <a:gd name="connsiteX865" fmla="*/ 1419209 w 5593163"/>
              <a:gd name="connsiteY865" fmla="*/ 2189820 h 4305008"/>
              <a:gd name="connsiteX866" fmla="*/ 1436297 w 5593163"/>
              <a:gd name="connsiteY866" fmla="*/ 2188197 h 4305008"/>
              <a:gd name="connsiteX867" fmla="*/ 1436323 w 5593163"/>
              <a:gd name="connsiteY867" fmla="*/ 2188691 h 4305008"/>
              <a:gd name="connsiteX868" fmla="*/ 1436821 w 5593163"/>
              <a:gd name="connsiteY868" fmla="*/ 2188658 h 4305008"/>
              <a:gd name="connsiteX869" fmla="*/ 1437415 w 5593163"/>
              <a:gd name="connsiteY869" fmla="*/ 2200098 h 4305008"/>
              <a:gd name="connsiteX870" fmla="*/ 1436044 w 5593163"/>
              <a:gd name="connsiteY870" fmla="*/ 2217074 h 4305008"/>
              <a:gd name="connsiteX871" fmla="*/ 1428577 w 5593163"/>
              <a:gd name="connsiteY871" fmla="*/ 2309550 h 4305008"/>
              <a:gd name="connsiteX872" fmla="*/ 1428039 w 5593163"/>
              <a:gd name="connsiteY872" fmla="*/ 2316226 h 4305008"/>
              <a:gd name="connsiteX873" fmla="*/ 1427533 w 5593163"/>
              <a:gd name="connsiteY873" fmla="*/ 2316289 h 4305008"/>
              <a:gd name="connsiteX874" fmla="*/ 737367 w 5593163"/>
              <a:gd name="connsiteY874" fmla="*/ 3009330 h 4305008"/>
              <a:gd name="connsiteX875" fmla="*/ 737251 w 5593163"/>
              <a:gd name="connsiteY875" fmla="*/ 3010478 h 4305008"/>
              <a:gd name="connsiteX876" fmla="*/ 721035 w 5593163"/>
              <a:gd name="connsiteY876" fmla="*/ 3012018 h 4305008"/>
              <a:gd name="connsiteX877" fmla="*/ 625608 w 5593163"/>
              <a:gd name="connsiteY877" fmla="*/ 3021080 h 4305008"/>
              <a:gd name="connsiteX878" fmla="*/ 608490 w 5593163"/>
              <a:gd name="connsiteY878" fmla="*/ 3022706 h 4305008"/>
              <a:gd name="connsiteX879" fmla="*/ 608464 w 5593163"/>
              <a:gd name="connsiteY879" fmla="*/ 3022211 h 4305008"/>
              <a:gd name="connsiteX880" fmla="*/ 607965 w 5593163"/>
              <a:gd name="connsiteY880" fmla="*/ 3022244 h 4305008"/>
              <a:gd name="connsiteX881" fmla="*/ 607372 w 5593163"/>
              <a:gd name="connsiteY881" fmla="*/ 3010804 h 4305008"/>
              <a:gd name="connsiteX882" fmla="*/ 607372 w 5593163"/>
              <a:gd name="connsiteY882" fmla="*/ 3058630 h 4305008"/>
              <a:gd name="connsiteX883" fmla="*/ 607966 w 5593163"/>
              <a:gd name="connsiteY883" fmla="*/ 3047280 h 4305008"/>
              <a:gd name="connsiteX884" fmla="*/ 608464 w 5593163"/>
              <a:gd name="connsiteY884" fmla="*/ 3047312 h 4305008"/>
              <a:gd name="connsiteX885" fmla="*/ 608490 w 5593163"/>
              <a:gd name="connsiteY885" fmla="*/ 3046822 h 4305008"/>
              <a:gd name="connsiteX886" fmla="*/ 625577 w 5593163"/>
              <a:gd name="connsiteY886" fmla="*/ 3048432 h 4305008"/>
              <a:gd name="connsiteX887" fmla="*/ 721039 w 5593163"/>
              <a:gd name="connsiteY887" fmla="*/ 3057426 h 4305008"/>
              <a:gd name="connsiteX888" fmla="*/ 737251 w 5593163"/>
              <a:gd name="connsiteY888" fmla="*/ 3058953 h 4305008"/>
              <a:gd name="connsiteX889" fmla="*/ 737368 w 5593163"/>
              <a:gd name="connsiteY889" fmla="*/ 3060092 h 4305008"/>
              <a:gd name="connsiteX890" fmla="*/ 1427534 w 5593163"/>
              <a:gd name="connsiteY890" fmla="*/ 3747690 h 4305008"/>
              <a:gd name="connsiteX891" fmla="*/ 1428040 w 5593163"/>
              <a:gd name="connsiteY891" fmla="*/ 3747753 h 4305008"/>
              <a:gd name="connsiteX892" fmla="*/ 1428580 w 5593163"/>
              <a:gd name="connsiteY892" fmla="*/ 3754390 h 4305008"/>
              <a:gd name="connsiteX893" fmla="*/ 1436044 w 5593163"/>
              <a:gd name="connsiteY893" fmla="*/ 3846121 h 4305008"/>
              <a:gd name="connsiteX894" fmla="*/ 1437415 w 5593163"/>
              <a:gd name="connsiteY894" fmla="*/ 3862969 h 4305008"/>
              <a:gd name="connsiteX895" fmla="*/ 1436822 w 5593163"/>
              <a:gd name="connsiteY895" fmla="*/ 3874319 h 4305008"/>
              <a:gd name="connsiteX896" fmla="*/ 1436323 w 5593163"/>
              <a:gd name="connsiteY896" fmla="*/ 3874286 h 4305008"/>
              <a:gd name="connsiteX897" fmla="*/ 1436297 w 5593163"/>
              <a:gd name="connsiteY897" fmla="*/ 3874777 h 4305008"/>
              <a:gd name="connsiteX898" fmla="*/ 1419178 w 5593163"/>
              <a:gd name="connsiteY898" fmla="*/ 3873164 h 4305008"/>
              <a:gd name="connsiteX899" fmla="*/ 1323752 w 5593163"/>
              <a:gd name="connsiteY899" fmla="*/ 3864173 h 4305008"/>
              <a:gd name="connsiteX900" fmla="*/ 1307535 w 5593163"/>
              <a:gd name="connsiteY900" fmla="*/ 3862645 h 4305008"/>
              <a:gd name="connsiteX901" fmla="*/ 1307419 w 5593163"/>
              <a:gd name="connsiteY901" fmla="*/ 3861506 h 4305008"/>
              <a:gd name="connsiteX902" fmla="*/ 617253 w 5593163"/>
              <a:gd name="connsiteY902" fmla="*/ 3173908 h 4305008"/>
              <a:gd name="connsiteX903" fmla="*/ 616748 w 5593163"/>
              <a:gd name="connsiteY903" fmla="*/ 3173846 h 4305008"/>
              <a:gd name="connsiteX904" fmla="*/ 616209 w 5593163"/>
              <a:gd name="connsiteY904" fmla="*/ 3167222 h 4305008"/>
              <a:gd name="connsiteX905" fmla="*/ 608742 w 5593163"/>
              <a:gd name="connsiteY905" fmla="*/ 3075472 h 4305008"/>
              <a:gd name="connsiteX906" fmla="*/ 607372 w 5593163"/>
              <a:gd name="connsiteY906" fmla="*/ 3058630 h 4305008"/>
              <a:gd name="connsiteX907" fmla="*/ 0 w 5593163"/>
              <a:gd name="connsiteY907" fmla="*/ 116373 h 4305008"/>
              <a:gd name="connsiteX908" fmla="*/ 0 w 5593163"/>
              <a:gd name="connsiteY908" fmla="*/ 0 h 4305008"/>
              <a:gd name="connsiteX909" fmla="*/ 90880 w 5593163"/>
              <a:gd name="connsiteY909" fmla="*/ 0 h 4305008"/>
              <a:gd name="connsiteX910" fmla="*/ 22652 w 5593163"/>
              <a:gd name="connsiteY910" fmla="*/ 76659 h 4305008"/>
              <a:gd name="connsiteX911" fmla="*/ 0 w 5593163"/>
              <a:gd name="connsiteY911" fmla="*/ 443121 h 4305008"/>
              <a:gd name="connsiteX912" fmla="*/ 0 w 5593163"/>
              <a:gd name="connsiteY912" fmla="*/ 311637 h 4305008"/>
              <a:gd name="connsiteX913" fmla="*/ 82171 w 5593163"/>
              <a:gd name="connsiteY913" fmla="*/ 276703 h 4305008"/>
              <a:gd name="connsiteX914" fmla="*/ 348118 w 5593163"/>
              <a:gd name="connsiteY914" fmla="*/ 44350 h 4305008"/>
              <a:gd name="connsiteX915" fmla="*/ 370347 w 5593163"/>
              <a:gd name="connsiteY915" fmla="*/ 0 h 4305008"/>
              <a:gd name="connsiteX916" fmla="*/ 518984 w 5593163"/>
              <a:gd name="connsiteY916" fmla="*/ 0 h 4305008"/>
              <a:gd name="connsiteX917" fmla="*/ 467145 w 5593163"/>
              <a:gd name="connsiteY917" fmla="*/ 95636 h 4305008"/>
              <a:gd name="connsiteX918" fmla="*/ 13323 w 5593163"/>
              <a:gd name="connsiteY918" fmla="*/ 439959 h 4305008"/>
              <a:gd name="connsiteX919" fmla="*/ 0 w 5593163"/>
              <a:gd name="connsiteY919" fmla="*/ 1070142 h 4305008"/>
              <a:gd name="connsiteX920" fmla="*/ 0 w 5593163"/>
              <a:gd name="connsiteY920" fmla="*/ 862064 h 4305008"/>
              <a:gd name="connsiteX921" fmla="*/ 31905 w 5593163"/>
              <a:gd name="connsiteY921" fmla="*/ 912052 h 4305008"/>
              <a:gd name="connsiteX922" fmla="*/ 452455 w 5593163"/>
              <a:gd name="connsiteY922" fmla="*/ 1181049 h 4305008"/>
              <a:gd name="connsiteX923" fmla="*/ 9316 w 5593163"/>
              <a:gd name="connsiteY923" fmla="*/ 665484 h 4305008"/>
              <a:gd name="connsiteX924" fmla="*/ 0 w 5593163"/>
              <a:gd name="connsiteY924" fmla="*/ 662760 h 4305008"/>
              <a:gd name="connsiteX925" fmla="*/ 0 w 5593163"/>
              <a:gd name="connsiteY925" fmla="*/ 530567 h 4305008"/>
              <a:gd name="connsiteX926" fmla="*/ 26399 w 5593163"/>
              <a:gd name="connsiteY926" fmla="*/ 537107 h 4305008"/>
              <a:gd name="connsiteX927" fmla="*/ 585941 w 5593163"/>
              <a:gd name="connsiteY927" fmla="*/ 1197788 h 4305008"/>
              <a:gd name="connsiteX928" fmla="*/ 586447 w 5593163"/>
              <a:gd name="connsiteY928" fmla="*/ 1197851 h 4305008"/>
              <a:gd name="connsiteX929" fmla="*/ 586987 w 5593163"/>
              <a:gd name="connsiteY929" fmla="*/ 1204541 h 4305008"/>
              <a:gd name="connsiteX930" fmla="*/ 594451 w 5593163"/>
              <a:gd name="connsiteY930" fmla="*/ 1296998 h 4305008"/>
              <a:gd name="connsiteX931" fmla="*/ 595822 w 5593163"/>
              <a:gd name="connsiteY931" fmla="*/ 1313979 h 4305008"/>
              <a:gd name="connsiteX932" fmla="*/ 595229 w 5593163"/>
              <a:gd name="connsiteY932" fmla="*/ 1325419 h 4305008"/>
              <a:gd name="connsiteX933" fmla="*/ 594730 w 5593163"/>
              <a:gd name="connsiteY933" fmla="*/ 1325386 h 4305008"/>
              <a:gd name="connsiteX934" fmla="*/ 594704 w 5593163"/>
              <a:gd name="connsiteY934" fmla="*/ 1325881 h 4305008"/>
              <a:gd name="connsiteX935" fmla="*/ 577585 w 5593163"/>
              <a:gd name="connsiteY935" fmla="*/ 1324255 h 4305008"/>
              <a:gd name="connsiteX936" fmla="*/ 482159 w 5593163"/>
              <a:gd name="connsiteY936" fmla="*/ 1315193 h 4305008"/>
              <a:gd name="connsiteX937" fmla="*/ 465942 w 5593163"/>
              <a:gd name="connsiteY937" fmla="*/ 1313653 h 4305008"/>
              <a:gd name="connsiteX938" fmla="*/ 465826 w 5593163"/>
              <a:gd name="connsiteY938" fmla="*/ 1312505 h 4305008"/>
              <a:gd name="connsiteX939" fmla="*/ 5028 w 5593163"/>
              <a:gd name="connsiteY939" fmla="*/ 1076034 h 4305008"/>
              <a:gd name="connsiteX940" fmla="*/ 0 w 5593163"/>
              <a:gd name="connsiteY940" fmla="*/ 2139063 h 4305008"/>
              <a:gd name="connsiteX941" fmla="*/ 0 w 5593163"/>
              <a:gd name="connsiteY941" fmla="*/ 2007909 h 4305008"/>
              <a:gd name="connsiteX942" fmla="*/ 9314 w 5593163"/>
              <a:gd name="connsiteY942" fmla="*/ 2005207 h 4305008"/>
              <a:gd name="connsiteX943" fmla="*/ 452453 w 5593163"/>
              <a:gd name="connsiteY943" fmla="*/ 1493690 h 4305008"/>
              <a:gd name="connsiteX944" fmla="*/ 31903 w 5593163"/>
              <a:gd name="connsiteY944" fmla="*/ 1760575 h 4305008"/>
              <a:gd name="connsiteX945" fmla="*/ 0 w 5593163"/>
              <a:gd name="connsiteY945" fmla="*/ 1810167 h 4305008"/>
              <a:gd name="connsiteX946" fmla="*/ 0 w 5593163"/>
              <a:gd name="connsiteY946" fmla="*/ 1603724 h 4305008"/>
              <a:gd name="connsiteX947" fmla="*/ 5025 w 5593163"/>
              <a:gd name="connsiteY947" fmla="*/ 1597880 h 4305008"/>
              <a:gd name="connsiteX948" fmla="*/ 465823 w 5593163"/>
              <a:gd name="connsiteY948" fmla="*/ 1363267 h 4305008"/>
              <a:gd name="connsiteX949" fmla="*/ 465940 w 5593163"/>
              <a:gd name="connsiteY949" fmla="*/ 1362128 h 4305008"/>
              <a:gd name="connsiteX950" fmla="*/ 482153 w 5593163"/>
              <a:gd name="connsiteY950" fmla="*/ 1360601 h 4305008"/>
              <a:gd name="connsiteX951" fmla="*/ 577614 w 5593163"/>
              <a:gd name="connsiteY951" fmla="*/ 1351607 h 4305008"/>
              <a:gd name="connsiteX952" fmla="*/ 594702 w 5593163"/>
              <a:gd name="connsiteY952" fmla="*/ 1349997 h 4305008"/>
              <a:gd name="connsiteX953" fmla="*/ 594728 w 5593163"/>
              <a:gd name="connsiteY953" fmla="*/ 1350487 h 4305008"/>
              <a:gd name="connsiteX954" fmla="*/ 595226 w 5593163"/>
              <a:gd name="connsiteY954" fmla="*/ 1350455 h 4305008"/>
              <a:gd name="connsiteX955" fmla="*/ 595820 w 5593163"/>
              <a:gd name="connsiteY955" fmla="*/ 1361805 h 4305008"/>
              <a:gd name="connsiteX956" fmla="*/ 594449 w 5593163"/>
              <a:gd name="connsiteY956" fmla="*/ 1378647 h 4305008"/>
              <a:gd name="connsiteX957" fmla="*/ 586982 w 5593163"/>
              <a:gd name="connsiteY957" fmla="*/ 1470397 h 4305008"/>
              <a:gd name="connsiteX958" fmla="*/ 586444 w 5593163"/>
              <a:gd name="connsiteY958" fmla="*/ 1477021 h 4305008"/>
              <a:gd name="connsiteX959" fmla="*/ 585938 w 5593163"/>
              <a:gd name="connsiteY959" fmla="*/ 1477083 h 4305008"/>
              <a:gd name="connsiteX960" fmla="*/ 26396 w 5593163"/>
              <a:gd name="connsiteY960" fmla="*/ 2132575 h 4305008"/>
              <a:gd name="connsiteX961" fmla="*/ 0 w 5593163"/>
              <a:gd name="connsiteY961" fmla="*/ 2766967 h 4305008"/>
              <a:gd name="connsiteX962" fmla="*/ 0 w 5593163"/>
              <a:gd name="connsiteY962" fmla="*/ 2558889 h 4305008"/>
              <a:gd name="connsiteX963" fmla="*/ 31905 w 5593163"/>
              <a:gd name="connsiteY963" fmla="*/ 2608877 h 4305008"/>
              <a:gd name="connsiteX964" fmla="*/ 452455 w 5593163"/>
              <a:gd name="connsiteY964" fmla="*/ 2877874 h 4305008"/>
              <a:gd name="connsiteX965" fmla="*/ 9316 w 5593163"/>
              <a:gd name="connsiteY965" fmla="*/ 2362309 h 4305008"/>
              <a:gd name="connsiteX966" fmla="*/ 0 w 5593163"/>
              <a:gd name="connsiteY966" fmla="*/ 2359585 h 4305008"/>
              <a:gd name="connsiteX967" fmla="*/ 0 w 5593163"/>
              <a:gd name="connsiteY967" fmla="*/ 2227392 h 4305008"/>
              <a:gd name="connsiteX968" fmla="*/ 26399 w 5593163"/>
              <a:gd name="connsiteY968" fmla="*/ 2233932 h 4305008"/>
              <a:gd name="connsiteX969" fmla="*/ 585941 w 5593163"/>
              <a:gd name="connsiteY969" fmla="*/ 2894613 h 4305008"/>
              <a:gd name="connsiteX970" fmla="*/ 586447 w 5593163"/>
              <a:gd name="connsiteY970" fmla="*/ 2894676 h 4305008"/>
              <a:gd name="connsiteX971" fmla="*/ 586987 w 5593163"/>
              <a:gd name="connsiteY971" fmla="*/ 2901366 h 4305008"/>
              <a:gd name="connsiteX972" fmla="*/ 594451 w 5593163"/>
              <a:gd name="connsiteY972" fmla="*/ 2993823 h 4305008"/>
              <a:gd name="connsiteX973" fmla="*/ 595822 w 5593163"/>
              <a:gd name="connsiteY973" fmla="*/ 3010804 h 4305008"/>
              <a:gd name="connsiteX974" fmla="*/ 595229 w 5593163"/>
              <a:gd name="connsiteY974" fmla="*/ 3022244 h 4305008"/>
              <a:gd name="connsiteX975" fmla="*/ 594730 w 5593163"/>
              <a:gd name="connsiteY975" fmla="*/ 3022211 h 4305008"/>
              <a:gd name="connsiteX976" fmla="*/ 594704 w 5593163"/>
              <a:gd name="connsiteY976" fmla="*/ 3022706 h 4305008"/>
              <a:gd name="connsiteX977" fmla="*/ 577585 w 5593163"/>
              <a:gd name="connsiteY977" fmla="*/ 3021080 h 4305008"/>
              <a:gd name="connsiteX978" fmla="*/ 482159 w 5593163"/>
              <a:gd name="connsiteY978" fmla="*/ 3012018 h 4305008"/>
              <a:gd name="connsiteX979" fmla="*/ 465942 w 5593163"/>
              <a:gd name="connsiteY979" fmla="*/ 3010478 h 4305008"/>
              <a:gd name="connsiteX980" fmla="*/ 465826 w 5593163"/>
              <a:gd name="connsiteY980" fmla="*/ 3009330 h 4305008"/>
              <a:gd name="connsiteX981" fmla="*/ 5028 w 5593163"/>
              <a:gd name="connsiteY981" fmla="*/ 2772859 h 4305008"/>
              <a:gd name="connsiteX982" fmla="*/ 0 w 5593163"/>
              <a:gd name="connsiteY982" fmla="*/ 3835888 h 4305008"/>
              <a:gd name="connsiteX983" fmla="*/ 0 w 5593163"/>
              <a:gd name="connsiteY983" fmla="*/ 3704734 h 4305008"/>
              <a:gd name="connsiteX984" fmla="*/ 9314 w 5593163"/>
              <a:gd name="connsiteY984" fmla="*/ 3702032 h 4305008"/>
              <a:gd name="connsiteX985" fmla="*/ 452453 w 5593163"/>
              <a:gd name="connsiteY985" fmla="*/ 3190516 h 4305008"/>
              <a:gd name="connsiteX986" fmla="*/ 31903 w 5593163"/>
              <a:gd name="connsiteY986" fmla="*/ 3457400 h 4305008"/>
              <a:gd name="connsiteX987" fmla="*/ 0 w 5593163"/>
              <a:gd name="connsiteY987" fmla="*/ 3506992 h 4305008"/>
              <a:gd name="connsiteX988" fmla="*/ 0 w 5593163"/>
              <a:gd name="connsiteY988" fmla="*/ 3300549 h 4305008"/>
              <a:gd name="connsiteX989" fmla="*/ 5025 w 5593163"/>
              <a:gd name="connsiteY989" fmla="*/ 3294705 h 4305008"/>
              <a:gd name="connsiteX990" fmla="*/ 465823 w 5593163"/>
              <a:gd name="connsiteY990" fmla="*/ 3060092 h 4305008"/>
              <a:gd name="connsiteX991" fmla="*/ 465940 w 5593163"/>
              <a:gd name="connsiteY991" fmla="*/ 3058953 h 4305008"/>
              <a:gd name="connsiteX992" fmla="*/ 482153 w 5593163"/>
              <a:gd name="connsiteY992" fmla="*/ 3057426 h 4305008"/>
              <a:gd name="connsiteX993" fmla="*/ 577614 w 5593163"/>
              <a:gd name="connsiteY993" fmla="*/ 3048432 h 4305008"/>
              <a:gd name="connsiteX994" fmla="*/ 594702 w 5593163"/>
              <a:gd name="connsiteY994" fmla="*/ 3046822 h 4305008"/>
              <a:gd name="connsiteX995" fmla="*/ 594728 w 5593163"/>
              <a:gd name="connsiteY995" fmla="*/ 3047312 h 4305008"/>
              <a:gd name="connsiteX996" fmla="*/ 595226 w 5593163"/>
              <a:gd name="connsiteY996" fmla="*/ 3047280 h 4305008"/>
              <a:gd name="connsiteX997" fmla="*/ 595820 w 5593163"/>
              <a:gd name="connsiteY997" fmla="*/ 3058630 h 4305008"/>
              <a:gd name="connsiteX998" fmla="*/ 594449 w 5593163"/>
              <a:gd name="connsiteY998" fmla="*/ 3075472 h 4305008"/>
              <a:gd name="connsiteX999" fmla="*/ 586982 w 5593163"/>
              <a:gd name="connsiteY999" fmla="*/ 3167222 h 4305008"/>
              <a:gd name="connsiteX1000" fmla="*/ 586444 w 5593163"/>
              <a:gd name="connsiteY1000" fmla="*/ 3173846 h 4305008"/>
              <a:gd name="connsiteX1001" fmla="*/ 585938 w 5593163"/>
              <a:gd name="connsiteY1001" fmla="*/ 3173908 h 4305008"/>
              <a:gd name="connsiteX1002" fmla="*/ 26396 w 5593163"/>
              <a:gd name="connsiteY1002" fmla="*/ 3829400 h 4305008"/>
              <a:gd name="connsiteX1003" fmla="*/ 0 w 5593163"/>
              <a:gd name="connsiteY1003" fmla="*/ 4056079 h 4305008"/>
              <a:gd name="connsiteX1004" fmla="*/ 0 w 5593163"/>
              <a:gd name="connsiteY1004" fmla="*/ 3923091 h 4305008"/>
              <a:gd name="connsiteX1005" fmla="*/ 9850 w 5593163"/>
              <a:gd name="connsiteY1005" fmla="*/ 3925425 h 4305008"/>
              <a:gd name="connsiteX1006" fmla="*/ 456028 w 5593163"/>
              <a:gd name="connsiteY1006" fmla="*/ 4255797 h 4305008"/>
              <a:gd name="connsiteX1007" fmla="*/ 484473 w 5593163"/>
              <a:gd name="connsiteY1007" fmla="*/ 4305008 h 4305008"/>
              <a:gd name="connsiteX1008" fmla="*/ 333423 w 5593163"/>
              <a:gd name="connsiteY1008" fmla="*/ 4305008 h 4305008"/>
              <a:gd name="connsiteX1009" fmla="*/ 281300 w 5593163"/>
              <a:gd name="connsiteY1009" fmla="*/ 4241205 h 4305008"/>
              <a:gd name="connsiteX1010" fmla="*/ 75476 w 5593163"/>
              <a:gd name="connsiteY1010" fmla="*/ 4087725 h 4305008"/>
              <a:gd name="connsiteX1011" fmla="*/ 0 w 5593163"/>
              <a:gd name="connsiteY1011" fmla="*/ 4305008 h 4305008"/>
              <a:gd name="connsiteX1012" fmla="*/ 0 w 5593163"/>
              <a:gd name="connsiteY1012" fmla="*/ 4256099 h 4305008"/>
              <a:gd name="connsiteX1013" fmla="*/ 8327 w 5593163"/>
              <a:gd name="connsiteY1013" fmla="*/ 4271827 h 4305008"/>
              <a:gd name="connsiteX1014" fmla="*/ 35009 w 5593163"/>
              <a:gd name="connsiteY1014" fmla="*/ 4305008 h 4305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</a:cxnLst>
            <a:rect l="l" t="t" r="r" b="b"/>
            <a:pathLst>
              <a:path w="5593163" h="4305008">
                <a:moveTo>
                  <a:pt x="4985599" y="636203"/>
                </a:moveTo>
                <a:cubicBezTo>
                  <a:pt x="5038875" y="907109"/>
                  <a:pt x="5253718" y="1121906"/>
                  <a:pt x="5528908" y="1181049"/>
                </a:cubicBezTo>
                <a:cubicBezTo>
                  <a:pt x="5475633" y="910143"/>
                  <a:pt x="5260789" y="695346"/>
                  <a:pt x="4985599" y="636203"/>
                </a:cubicBezTo>
                <a:close/>
                <a:moveTo>
                  <a:pt x="4985599" y="2333028"/>
                </a:moveTo>
                <a:cubicBezTo>
                  <a:pt x="5038875" y="2603934"/>
                  <a:pt x="5253718" y="2818731"/>
                  <a:pt x="5528908" y="2877874"/>
                </a:cubicBezTo>
                <a:cubicBezTo>
                  <a:pt x="5475633" y="2606968"/>
                  <a:pt x="5260789" y="2392171"/>
                  <a:pt x="4985599" y="2333028"/>
                </a:cubicBezTo>
                <a:close/>
                <a:moveTo>
                  <a:pt x="4985597" y="2034258"/>
                </a:moveTo>
                <a:cubicBezTo>
                  <a:pt x="5260787" y="1975579"/>
                  <a:pt x="5475630" y="1762469"/>
                  <a:pt x="5528906" y="1493690"/>
                </a:cubicBezTo>
                <a:cubicBezTo>
                  <a:pt x="5253716" y="1552369"/>
                  <a:pt x="5038872" y="1765479"/>
                  <a:pt x="4985597" y="2034258"/>
                </a:cubicBezTo>
                <a:close/>
                <a:moveTo>
                  <a:pt x="4985597" y="3731083"/>
                </a:moveTo>
                <a:cubicBezTo>
                  <a:pt x="5260787" y="3672404"/>
                  <a:pt x="5475630" y="3459294"/>
                  <a:pt x="5528906" y="3190516"/>
                </a:cubicBezTo>
                <a:cubicBezTo>
                  <a:pt x="5253716" y="3249194"/>
                  <a:pt x="5038872" y="3462304"/>
                  <a:pt x="4985597" y="3731083"/>
                </a:cubicBezTo>
                <a:close/>
                <a:moveTo>
                  <a:pt x="4842232" y="503273"/>
                </a:moveTo>
                <a:lnTo>
                  <a:pt x="4842826" y="491833"/>
                </a:lnTo>
                <a:lnTo>
                  <a:pt x="4843324" y="491866"/>
                </a:lnTo>
                <a:lnTo>
                  <a:pt x="4843350" y="491372"/>
                </a:lnTo>
                <a:lnTo>
                  <a:pt x="4860437" y="492995"/>
                </a:lnTo>
                <a:cubicBezTo>
                  <a:pt x="4892823" y="493522"/>
                  <a:pt x="4924716" y="496503"/>
                  <a:pt x="4955899" y="502060"/>
                </a:cubicBezTo>
                <a:cubicBezTo>
                  <a:pt x="4961475" y="501641"/>
                  <a:pt x="4966803" y="502589"/>
                  <a:pt x="4972112" y="503599"/>
                </a:cubicBezTo>
                <a:lnTo>
                  <a:pt x="4972229" y="504747"/>
                </a:lnTo>
                <a:cubicBezTo>
                  <a:pt x="5241367" y="549296"/>
                  <a:pt x="5466735" y="718370"/>
                  <a:pt x="5583809" y="948988"/>
                </a:cubicBezTo>
                <a:lnTo>
                  <a:pt x="5593163" y="971822"/>
                </a:lnTo>
                <a:lnTo>
                  <a:pt x="5593163" y="1318474"/>
                </a:lnTo>
                <a:lnTo>
                  <a:pt x="5558612" y="1315193"/>
                </a:lnTo>
                <a:cubicBezTo>
                  <a:pt x="5553035" y="1315612"/>
                  <a:pt x="5547706" y="1314664"/>
                  <a:pt x="5542395" y="1313653"/>
                </a:cubicBezTo>
                <a:lnTo>
                  <a:pt x="5542279" y="1312505"/>
                </a:lnTo>
                <a:cubicBezTo>
                  <a:pt x="5183428" y="1253106"/>
                  <a:pt x="4902389" y="972329"/>
                  <a:pt x="4852114" y="619464"/>
                </a:cubicBezTo>
                <a:cubicBezTo>
                  <a:pt x="4851946" y="619411"/>
                  <a:pt x="4851778" y="619406"/>
                  <a:pt x="4851608" y="619401"/>
                </a:cubicBezTo>
                <a:lnTo>
                  <a:pt x="4851070" y="612725"/>
                </a:lnTo>
                <a:cubicBezTo>
                  <a:pt x="4846011" y="582475"/>
                  <a:pt x="4843560" y="551584"/>
                  <a:pt x="4843603" y="520249"/>
                </a:cubicBezTo>
                <a:cubicBezTo>
                  <a:pt x="4842291" y="514621"/>
                  <a:pt x="4842232" y="508954"/>
                  <a:pt x="4842232" y="503273"/>
                </a:cubicBezTo>
                <a:close/>
                <a:moveTo>
                  <a:pt x="4842232" y="2200098"/>
                </a:moveTo>
                <a:lnTo>
                  <a:pt x="4842826" y="2188658"/>
                </a:lnTo>
                <a:lnTo>
                  <a:pt x="4843324" y="2188691"/>
                </a:lnTo>
                <a:lnTo>
                  <a:pt x="4843350" y="2188197"/>
                </a:lnTo>
                <a:lnTo>
                  <a:pt x="4860437" y="2189820"/>
                </a:lnTo>
                <a:cubicBezTo>
                  <a:pt x="4892823" y="2190347"/>
                  <a:pt x="4924716" y="2193328"/>
                  <a:pt x="4955899" y="2198885"/>
                </a:cubicBezTo>
                <a:cubicBezTo>
                  <a:pt x="4961475" y="2198466"/>
                  <a:pt x="4966803" y="2199414"/>
                  <a:pt x="4972112" y="2200424"/>
                </a:cubicBezTo>
                <a:lnTo>
                  <a:pt x="4972229" y="2201572"/>
                </a:lnTo>
                <a:cubicBezTo>
                  <a:pt x="5241367" y="2246121"/>
                  <a:pt x="5466735" y="2415195"/>
                  <a:pt x="5583809" y="2645813"/>
                </a:cubicBezTo>
                <a:lnTo>
                  <a:pt x="5593163" y="2668647"/>
                </a:lnTo>
                <a:lnTo>
                  <a:pt x="5593163" y="3015299"/>
                </a:lnTo>
                <a:lnTo>
                  <a:pt x="5558612" y="3012018"/>
                </a:lnTo>
                <a:cubicBezTo>
                  <a:pt x="5553035" y="3012437"/>
                  <a:pt x="5547706" y="3011489"/>
                  <a:pt x="5542395" y="3010478"/>
                </a:cubicBezTo>
                <a:lnTo>
                  <a:pt x="5542279" y="3009330"/>
                </a:lnTo>
                <a:cubicBezTo>
                  <a:pt x="5183428" y="2949931"/>
                  <a:pt x="4902389" y="2669154"/>
                  <a:pt x="4852114" y="2316289"/>
                </a:cubicBezTo>
                <a:cubicBezTo>
                  <a:pt x="4851946" y="2316236"/>
                  <a:pt x="4851778" y="2316231"/>
                  <a:pt x="4851608" y="2316226"/>
                </a:cubicBezTo>
                <a:lnTo>
                  <a:pt x="4851070" y="2309550"/>
                </a:lnTo>
                <a:cubicBezTo>
                  <a:pt x="4846011" y="2279300"/>
                  <a:pt x="4843560" y="2248409"/>
                  <a:pt x="4843603" y="2217074"/>
                </a:cubicBezTo>
                <a:cubicBezTo>
                  <a:pt x="4842291" y="2211446"/>
                  <a:pt x="4842232" y="2205779"/>
                  <a:pt x="4842232" y="2200098"/>
                </a:cubicBezTo>
                <a:close/>
                <a:moveTo>
                  <a:pt x="4842232" y="3896923"/>
                </a:moveTo>
                <a:lnTo>
                  <a:pt x="4842826" y="3885483"/>
                </a:lnTo>
                <a:lnTo>
                  <a:pt x="4843324" y="3885516"/>
                </a:lnTo>
                <a:lnTo>
                  <a:pt x="4843350" y="3885022"/>
                </a:lnTo>
                <a:lnTo>
                  <a:pt x="4860437" y="3886645"/>
                </a:lnTo>
                <a:cubicBezTo>
                  <a:pt x="4892823" y="3887172"/>
                  <a:pt x="4924716" y="3890153"/>
                  <a:pt x="4955899" y="3895710"/>
                </a:cubicBezTo>
                <a:cubicBezTo>
                  <a:pt x="4961475" y="3895291"/>
                  <a:pt x="4966803" y="3896239"/>
                  <a:pt x="4972112" y="3897249"/>
                </a:cubicBezTo>
                <a:lnTo>
                  <a:pt x="4972229" y="3898397"/>
                </a:lnTo>
                <a:cubicBezTo>
                  <a:pt x="5206288" y="3937139"/>
                  <a:pt x="5407245" y="4070062"/>
                  <a:pt x="5532481" y="4255797"/>
                </a:cubicBezTo>
                <a:lnTo>
                  <a:pt x="5560926" y="4305008"/>
                </a:lnTo>
                <a:lnTo>
                  <a:pt x="5409877" y="4305008"/>
                </a:lnTo>
                <a:lnTo>
                  <a:pt x="5357754" y="4241205"/>
                </a:lnTo>
                <a:cubicBezTo>
                  <a:pt x="5261058" y="4136681"/>
                  <a:pt x="5131850" y="4061285"/>
                  <a:pt x="4985599" y="4029853"/>
                </a:cubicBezTo>
                <a:cubicBezTo>
                  <a:pt x="5002846" y="4117553"/>
                  <a:pt x="5037026" y="4199373"/>
                  <a:pt x="5084780" y="4271827"/>
                </a:cubicBezTo>
                <a:lnTo>
                  <a:pt x="5111462" y="4305008"/>
                </a:lnTo>
                <a:lnTo>
                  <a:pt x="4957353" y="4305008"/>
                </a:lnTo>
                <a:lnTo>
                  <a:pt x="4927231" y="4254710"/>
                </a:lnTo>
                <a:cubicBezTo>
                  <a:pt x="4890029" y="4179889"/>
                  <a:pt x="4864297" y="4098618"/>
                  <a:pt x="4852114" y="4013114"/>
                </a:cubicBezTo>
                <a:cubicBezTo>
                  <a:pt x="4851946" y="4013061"/>
                  <a:pt x="4851778" y="4013056"/>
                  <a:pt x="4851608" y="4013051"/>
                </a:cubicBezTo>
                <a:lnTo>
                  <a:pt x="4851070" y="4006375"/>
                </a:lnTo>
                <a:cubicBezTo>
                  <a:pt x="4846011" y="3976125"/>
                  <a:pt x="4843560" y="3945234"/>
                  <a:pt x="4843603" y="3913899"/>
                </a:cubicBezTo>
                <a:cubicBezTo>
                  <a:pt x="4842291" y="3908271"/>
                  <a:pt x="4842232" y="3902604"/>
                  <a:pt x="4842232" y="3896923"/>
                </a:cubicBezTo>
                <a:close/>
                <a:moveTo>
                  <a:pt x="4842230" y="469318"/>
                </a:moveTo>
                <a:cubicBezTo>
                  <a:pt x="4842230" y="463681"/>
                  <a:pt x="4842289" y="458057"/>
                  <a:pt x="4843601" y="452471"/>
                </a:cubicBezTo>
                <a:cubicBezTo>
                  <a:pt x="4843558" y="421389"/>
                  <a:pt x="4846008" y="390746"/>
                  <a:pt x="4851065" y="360740"/>
                </a:cubicBezTo>
                <a:lnTo>
                  <a:pt x="4851605" y="354103"/>
                </a:lnTo>
                <a:cubicBezTo>
                  <a:pt x="4851774" y="354098"/>
                  <a:pt x="4851943" y="354093"/>
                  <a:pt x="4852110" y="354040"/>
                </a:cubicBezTo>
                <a:cubicBezTo>
                  <a:pt x="4865262" y="262463"/>
                  <a:pt x="4894203" y="175780"/>
                  <a:pt x="4936323" y="96778"/>
                </a:cubicBezTo>
                <a:lnTo>
                  <a:pt x="4998957" y="0"/>
                </a:lnTo>
                <a:lnTo>
                  <a:pt x="5167333" y="0"/>
                </a:lnTo>
                <a:lnTo>
                  <a:pt x="5099105" y="76659"/>
                </a:lnTo>
                <a:cubicBezTo>
                  <a:pt x="5043838" y="153496"/>
                  <a:pt x="5004523" y="241952"/>
                  <a:pt x="4985597" y="337433"/>
                </a:cubicBezTo>
                <a:cubicBezTo>
                  <a:pt x="5168636" y="298404"/>
                  <a:pt x="5324978" y="191052"/>
                  <a:pt x="5424571" y="44350"/>
                </a:cubicBezTo>
                <a:lnTo>
                  <a:pt x="5446799" y="0"/>
                </a:lnTo>
                <a:lnTo>
                  <a:pt x="5593163" y="0"/>
                </a:lnTo>
                <a:lnTo>
                  <a:pt x="5593163" y="4197"/>
                </a:lnTo>
                <a:lnTo>
                  <a:pt x="5543598" y="95636"/>
                </a:lnTo>
                <a:cubicBezTo>
                  <a:pt x="5419825" y="289169"/>
                  <a:pt x="5213633" y="428211"/>
                  <a:pt x="4972226" y="467856"/>
                </a:cubicBezTo>
                <a:lnTo>
                  <a:pt x="4972110" y="468995"/>
                </a:lnTo>
                <a:cubicBezTo>
                  <a:pt x="4966799" y="469998"/>
                  <a:pt x="4961470" y="470939"/>
                  <a:pt x="4955893" y="470523"/>
                </a:cubicBezTo>
                <a:cubicBezTo>
                  <a:pt x="4924721" y="476033"/>
                  <a:pt x="4892841" y="478991"/>
                  <a:pt x="4860466" y="479514"/>
                </a:cubicBezTo>
                <a:lnTo>
                  <a:pt x="4843348" y="481127"/>
                </a:lnTo>
                <a:lnTo>
                  <a:pt x="4843322" y="480636"/>
                </a:lnTo>
                <a:lnTo>
                  <a:pt x="4842823" y="480669"/>
                </a:lnTo>
                <a:cubicBezTo>
                  <a:pt x="4842257" y="476896"/>
                  <a:pt x="4842230" y="473110"/>
                  <a:pt x="4842230" y="469318"/>
                </a:cubicBezTo>
                <a:close/>
                <a:moveTo>
                  <a:pt x="4842230" y="2166144"/>
                </a:moveTo>
                <a:cubicBezTo>
                  <a:pt x="4842230" y="2160506"/>
                  <a:pt x="4842289" y="2154882"/>
                  <a:pt x="4843601" y="2149296"/>
                </a:cubicBezTo>
                <a:cubicBezTo>
                  <a:pt x="4843558" y="2118214"/>
                  <a:pt x="4846008" y="2087572"/>
                  <a:pt x="4851065" y="2057565"/>
                </a:cubicBezTo>
                <a:lnTo>
                  <a:pt x="4851605" y="2050928"/>
                </a:lnTo>
                <a:cubicBezTo>
                  <a:pt x="4851774" y="2050923"/>
                  <a:pt x="4851943" y="2050918"/>
                  <a:pt x="4852110" y="2050865"/>
                </a:cubicBezTo>
                <a:cubicBezTo>
                  <a:pt x="4902387" y="1700770"/>
                  <a:pt x="5183426" y="1422199"/>
                  <a:pt x="5542276" y="1363267"/>
                </a:cubicBezTo>
                <a:lnTo>
                  <a:pt x="5542393" y="1362128"/>
                </a:lnTo>
                <a:cubicBezTo>
                  <a:pt x="5547702" y="1361126"/>
                  <a:pt x="5553030" y="1360185"/>
                  <a:pt x="5558606" y="1360601"/>
                </a:cubicBezTo>
                <a:lnTo>
                  <a:pt x="5593163" y="1357345"/>
                </a:lnTo>
                <a:lnTo>
                  <a:pt x="5593163" y="1701268"/>
                </a:lnTo>
                <a:lnTo>
                  <a:pt x="5583807" y="1723929"/>
                </a:lnTo>
                <a:cubicBezTo>
                  <a:pt x="5466733" y="1952736"/>
                  <a:pt x="5241364" y="2120482"/>
                  <a:pt x="4972226" y="2164681"/>
                </a:cubicBezTo>
                <a:lnTo>
                  <a:pt x="4972110" y="2165820"/>
                </a:lnTo>
                <a:cubicBezTo>
                  <a:pt x="4966799" y="2166823"/>
                  <a:pt x="4961470" y="2167764"/>
                  <a:pt x="4955893" y="2167348"/>
                </a:cubicBezTo>
                <a:cubicBezTo>
                  <a:pt x="4924721" y="2172858"/>
                  <a:pt x="4892841" y="2175816"/>
                  <a:pt x="4860466" y="2176339"/>
                </a:cubicBezTo>
                <a:lnTo>
                  <a:pt x="4843348" y="2177952"/>
                </a:lnTo>
                <a:lnTo>
                  <a:pt x="4843322" y="2177461"/>
                </a:lnTo>
                <a:lnTo>
                  <a:pt x="4842823" y="2177494"/>
                </a:lnTo>
                <a:cubicBezTo>
                  <a:pt x="4842257" y="2173722"/>
                  <a:pt x="4842230" y="2169936"/>
                  <a:pt x="4842230" y="2166144"/>
                </a:cubicBezTo>
                <a:close/>
                <a:moveTo>
                  <a:pt x="4842230" y="3862969"/>
                </a:moveTo>
                <a:cubicBezTo>
                  <a:pt x="4842230" y="3857331"/>
                  <a:pt x="4842289" y="3851707"/>
                  <a:pt x="4843601" y="3846121"/>
                </a:cubicBezTo>
                <a:cubicBezTo>
                  <a:pt x="4843558" y="3815039"/>
                  <a:pt x="4846008" y="3784397"/>
                  <a:pt x="4851065" y="3754390"/>
                </a:cubicBezTo>
                <a:lnTo>
                  <a:pt x="4851605" y="3747753"/>
                </a:lnTo>
                <a:cubicBezTo>
                  <a:pt x="4851774" y="3747748"/>
                  <a:pt x="4851943" y="3747743"/>
                  <a:pt x="4852110" y="3747690"/>
                </a:cubicBezTo>
                <a:cubicBezTo>
                  <a:pt x="4902387" y="3397595"/>
                  <a:pt x="5183426" y="3119024"/>
                  <a:pt x="5542276" y="3060092"/>
                </a:cubicBezTo>
                <a:lnTo>
                  <a:pt x="5542393" y="3058953"/>
                </a:lnTo>
                <a:cubicBezTo>
                  <a:pt x="5547702" y="3057951"/>
                  <a:pt x="5553030" y="3057010"/>
                  <a:pt x="5558606" y="3057426"/>
                </a:cubicBezTo>
                <a:lnTo>
                  <a:pt x="5593163" y="3054170"/>
                </a:lnTo>
                <a:lnTo>
                  <a:pt x="5593163" y="3398093"/>
                </a:lnTo>
                <a:lnTo>
                  <a:pt x="5583807" y="3420754"/>
                </a:lnTo>
                <a:cubicBezTo>
                  <a:pt x="5466733" y="3649560"/>
                  <a:pt x="5241364" y="3817307"/>
                  <a:pt x="4972226" y="3861506"/>
                </a:cubicBezTo>
                <a:lnTo>
                  <a:pt x="4972110" y="3862645"/>
                </a:lnTo>
                <a:cubicBezTo>
                  <a:pt x="4966799" y="3863648"/>
                  <a:pt x="4961470" y="3864589"/>
                  <a:pt x="4955893" y="3864173"/>
                </a:cubicBezTo>
                <a:cubicBezTo>
                  <a:pt x="4924721" y="3869683"/>
                  <a:pt x="4892841" y="3872641"/>
                  <a:pt x="4860466" y="3873164"/>
                </a:cubicBezTo>
                <a:lnTo>
                  <a:pt x="4843348" y="3874777"/>
                </a:lnTo>
                <a:lnTo>
                  <a:pt x="4843322" y="3874286"/>
                </a:lnTo>
                <a:lnTo>
                  <a:pt x="4842823" y="3874319"/>
                </a:lnTo>
                <a:cubicBezTo>
                  <a:pt x="4842257" y="3870547"/>
                  <a:pt x="4842230" y="3866761"/>
                  <a:pt x="4842230" y="3862969"/>
                </a:cubicBezTo>
                <a:close/>
                <a:moveTo>
                  <a:pt x="4135041" y="1181049"/>
                </a:moveTo>
                <a:cubicBezTo>
                  <a:pt x="4410231" y="1121906"/>
                  <a:pt x="4625074" y="907109"/>
                  <a:pt x="4678350" y="636203"/>
                </a:cubicBezTo>
                <a:cubicBezTo>
                  <a:pt x="4403160" y="695346"/>
                  <a:pt x="4188316" y="910143"/>
                  <a:pt x="4135041" y="1181049"/>
                </a:cubicBezTo>
                <a:close/>
                <a:moveTo>
                  <a:pt x="4135041" y="1493690"/>
                </a:moveTo>
                <a:cubicBezTo>
                  <a:pt x="4188317" y="1762469"/>
                  <a:pt x="4403160" y="1975579"/>
                  <a:pt x="4678350" y="2034258"/>
                </a:cubicBezTo>
                <a:cubicBezTo>
                  <a:pt x="4625075" y="1765479"/>
                  <a:pt x="4410231" y="1552369"/>
                  <a:pt x="4135041" y="1493690"/>
                </a:cubicBezTo>
                <a:close/>
                <a:moveTo>
                  <a:pt x="4135041" y="2877874"/>
                </a:moveTo>
                <a:cubicBezTo>
                  <a:pt x="4410231" y="2818731"/>
                  <a:pt x="4625074" y="2603934"/>
                  <a:pt x="4678350" y="2333028"/>
                </a:cubicBezTo>
                <a:cubicBezTo>
                  <a:pt x="4403160" y="2392171"/>
                  <a:pt x="4188316" y="2606968"/>
                  <a:pt x="4135041" y="2877874"/>
                </a:cubicBezTo>
                <a:close/>
                <a:moveTo>
                  <a:pt x="4135041" y="3190516"/>
                </a:moveTo>
                <a:cubicBezTo>
                  <a:pt x="4188317" y="3459294"/>
                  <a:pt x="4403160" y="3672404"/>
                  <a:pt x="4678350" y="3731083"/>
                </a:cubicBezTo>
                <a:cubicBezTo>
                  <a:pt x="4625075" y="3462304"/>
                  <a:pt x="4410231" y="3249194"/>
                  <a:pt x="4135041" y="3190516"/>
                </a:cubicBezTo>
                <a:close/>
                <a:moveTo>
                  <a:pt x="4103022" y="4305008"/>
                </a:moveTo>
                <a:lnTo>
                  <a:pt x="4131467" y="4255797"/>
                </a:lnTo>
                <a:cubicBezTo>
                  <a:pt x="4256704" y="4070062"/>
                  <a:pt x="4457661" y="3937139"/>
                  <a:pt x="4691720" y="3898397"/>
                </a:cubicBezTo>
                <a:lnTo>
                  <a:pt x="4691837" y="3897249"/>
                </a:lnTo>
                <a:cubicBezTo>
                  <a:pt x="4697146" y="3896239"/>
                  <a:pt x="4702474" y="3895291"/>
                  <a:pt x="4708050" y="3895710"/>
                </a:cubicBezTo>
                <a:cubicBezTo>
                  <a:pt x="4739233" y="3890153"/>
                  <a:pt x="4771126" y="3887172"/>
                  <a:pt x="4803512" y="3886645"/>
                </a:cubicBezTo>
                <a:lnTo>
                  <a:pt x="4820599" y="3885022"/>
                </a:lnTo>
                <a:lnTo>
                  <a:pt x="4820625" y="3885516"/>
                </a:lnTo>
                <a:lnTo>
                  <a:pt x="4821123" y="3885483"/>
                </a:lnTo>
                <a:lnTo>
                  <a:pt x="4821717" y="3896923"/>
                </a:lnTo>
                <a:cubicBezTo>
                  <a:pt x="4821717" y="3902604"/>
                  <a:pt x="4821658" y="3908271"/>
                  <a:pt x="4820346" y="3913899"/>
                </a:cubicBezTo>
                <a:cubicBezTo>
                  <a:pt x="4820389" y="3945234"/>
                  <a:pt x="4817938" y="3976125"/>
                  <a:pt x="4812879" y="4006375"/>
                </a:cubicBezTo>
                <a:lnTo>
                  <a:pt x="4812341" y="4013051"/>
                </a:lnTo>
                <a:cubicBezTo>
                  <a:pt x="4812171" y="4013056"/>
                  <a:pt x="4812003" y="4013061"/>
                  <a:pt x="4811835" y="4013114"/>
                </a:cubicBezTo>
                <a:cubicBezTo>
                  <a:pt x="4799653" y="4098618"/>
                  <a:pt x="4773921" y="4179889"/>
                  <a:pt x="4736718" y="4254710"/>
                </a:cubicBezTo>
                <a:lnTo>
                  <a:pt x="4706597" y="4305008"/>
                </a:lnTo>
                <a:lnTo>
                  <a:pt x="4552487" y="4305008"/>
                </a:lnTo>
                <a:lnTo>
                  <a:pt x="4579169" y="4271827"/>
                </a:lnTo>
                <a:cubicBezTo>
                  <a:pt x="4626924" y="4199373"/>
                  <a:pt x="4661103" y="4117553"/>
                  <a:pt x="4678350" y="4029853"/>
                </a:cubicBezTo>
                <a:cubicBezTo>
                  <a:pt x="4532099" y="4061285"/>
                  <a:pt x="4402892" y="4136681"/>
                  <a:pt x="4306196" y="4241205"/>
                </a:cubicBezTo>
                <a:lnTo>
                  <a:pt x="4254073" y="4305008"/>
                </a:lnTo>
                <a:close/>
                <a:moveTo>
                  <a:pt x="4068511" y="0"/>
                </a:moveTo>
                <a:lnTo>
                  <a:pt x="4217148" y="0"/>
                </a:lnTo>
                <a:lnTo>
                  <a:pt x="4239376" y="44350"/>
                </a:lnTo>
                <a:cubicBezTo>
                  <a:pt x="4338970" y="191052"/>
                  <a:pt x="4495311" y="298404"/>
                  <a:pt x="4678350" y="337433"/>
                </a:cubicBezTo>
                <a:cubicBezTo>
                  <a:pt x="4659425" y="241952"/>
                  <a:pt x="4620110" y="153496"/>
                  <a:pt x="4564842" y="76659"/>
                </a:cubicBezTo>
                <a:lnTo>
                  <a:pt x="4496615" y="0"/>
                </a:lnTo>
                <a:lnTo>
                  <a:pt x="4664989" y="0"/>
                </a:lnTo>
                <a:lnTo>
                  <a:pt x="4727623" y="96778"/>
                </a:lnTo>
                <a:cubicBezTo>
                  <a:pt x="4769744" y="175780"/>
                  <a:pt x="4798685" y="262463"/>
                  <a:pt x="4811836" y="354040"/>
                </a:cubicBezTo>
                <a:cubicBezTo>
                  <a:pt x="4812004" y="354093"/>
                  <a:pt x="4812173" y="354098"/>
                  <a:pt x="4812342" y="354103"/>
                </a:cubicBezTo>
                <a:lnTo>
                  <a:pt x="4812882" y="360740"/>
                </a:lnTo>
                <a:cubicBezTo>
                  <a:pt x="4817939" y="390746"/>
                  <a:pt x="4820389" y="421389"/>
                  <a:pt x="4820346" y="452471"/>
                </a:cubicBezTo>
                <a:cubicBezTo>
                  <a:pt x="4821658" y="458057"/>
                  <a:pt x="4821717" y="463681"/>
                  <a:pt x="4821717" y="469318"/>
                </a:cubicBezTo>
                <a:cubicBezTo>
                  <a:pt x="4821717" y="473110"/>
                  <a:pt x="4821690" y="476896"/>
                  <a:pt x="4821124" y="480669"/>
                </a:cubicBezTo>
                <a:lnTo>
                  <a:pt x="4820625" y="480636"/>
                </a:lnTo>
                <a:lnTo>
                  <a:pt x="4820599" y="481127"/>
                </a:lnTo>
                <a:lnTo>
                  <a:pt x="4803481" y="479514"/>
                </a:lnTo>
                <a:cubicBezTo>
                  <a:pt x="4771106" y="478991"/>
                  <a:pt x="4739226" y="476033"/>
                  <a:pt x="4708054" y="470523"/>
                </a:cubicBezTo>
                <a:cubicBezTo>
                  <a:pt x="4702477" y="470939"/>
                  <a:pt x="4697148" y="469998"/>
                  <a:pt x="4691837" y="468995"/>
                </a:cubicBezTo>
                <a:lnTo>
                  <a:pt x="4691721" y="467856"/>
                </a:lnTo>
                <a:cubicBezTo>
                  <a:pt x="4450315" y="428211"/>
                  <a:pt x="4244123" y="289169"/>
                  <a:pt x="4120350" y="95636"/>
                </a:cubicBezTo>
                <a:close/>
                <a:moveTo>
                  <a:pt x="3991674" y="1313979"/>
                </a:moveTo>
                <a:cubicBezTo>
                  <a:pt x="3991674" y="1308297"/>
                  <a:pt x="3991733" y="1302628"/>
                  <a:pt x="3993045" y="1296998"/>
                </a:cubicBezTo>
                <a:cubicBezTo>
                  <a:pt x="3993003" y="1265670"/>
                  <a:pt x="3995452" y="1234785"/>
                  <a:pt x="4000509" y="1204541"/>
                </a:cubicBezTo>
                <a:lnTo>
                  <a:pt x="4001049" y="1197851"/>
                </a:lnTo>
                <a:cubicBezTo>
                  <a:pt x="4001218" y="1197846"/>
                  <a:pt x="4001387" y="1197841"/>
                  <a:pt x="4001555" y="1197788"/>
                </a:cubicBezTo>
                <a:cubicBezTo>
                  <a:pt x="4051831" y="844922"/>
                  <a:pt x="4332870" y="564145"/>
                  <a:pt x="4691720" y="504747"/>
                </a:cubicBezTo>
                <a:lnTo>
                  <a:pt x="4691837" y="503599"/>
                </a:lnTo>
                <a:cubicBezTo>
                  <a:pt x="4697146" y="502589"/>
                  <a:pt x="4702474" y="501641"/>
                  <a:pt x="4708050" y="502060"/>
                </a:cubicBezTo>
                <a:cubicBezTo>
                  <a:pt x="4739233" y="496503"/>
                  <a:pt x="4771126" y="493522"/>
                  <a:pt x="4803512" y="492995"/>
                </a:cubicBezTo>
                <a:lnTo>
                  <a:pt x="4820599" y="491372"/>
                </a:lnTo>
                <a:lnTo>
                  <a:pt x="4820625" y="491866"/>
                </a:lnTo>
                <a:lnTo>
                  <a:pt x="4821123" y="491833"/>
                </a:lnTo>
                <a:lnTo>
                  <a:pt x="4821717" y="503273"/>
                </a:lnTo>
                <a:cubicBezTo>
                  <a:pt x="4821717" y="508954"/>
                  <a:pt x="4821658" y="514621"/>
                  <a:pt x="4820346" y="520249"/>
                </a:cubicBezTo>
                <a:cubicBezTo>
                  <a:pt x="4820389" y="551584"/>
                  <a:pt x="4817938" y="582475"/>
                  <a:pt x="4812879" y="612725"/>
                </a:cubicBezTo>
                <a:lnTo>
                  <a:pt x="4812341" y="619401"/>
                </a:lnTo>
                <a:cubicBezTo>
                  <a:pt x="4812171" y="619406"/>
                  <a:pt x="4812003" y="619411"/>
                  <a:pt x="4811835" y="619464"/>
                </a:cubicBezTo>
                <a:cubicBezTo>
                  <a:pt x="4761560" y="972329"/>
                  <a:pt x="4480521" y="1253106"/>
                  <a:pt x="4121670" y="1312505"/>
                </a:cubicBezTo>
                <a:lnTo>
                  <a:pt x="4121554" y="1313653"/>
                </a:lnTo>
                <a:cubicBezTo>
                  <a:pt x="4116243" y="1314664"/>
                  <a:pt x="4110914" y="1315612"/>
                  <a:pt x="4105337" y="1315193"/>
                </a:cubicBezTo>
                <a:cubicBezTo>
                  <a:pt x="4074165" y="1320747"/>
                  <a:pt x="4042285" y="1323728"/>
                  <a:pt x="4009911" y="1324255"/>
                </a:cubicBezTo>
                <a:lnTo>
                  <a:pt x="3992792" y="1325881"/>
                </a:lnTo>
                <a:lnTo>
                  <a:pt x="3992766" y="1325386"/>
                </a:lnTo>
                <a:lnTo>
                  <a:pt x="3992267" y="1325419"/>
                </a:lnTo>
                <a:cubicBezTo>
                  <a:pt x="3991701" y="1321617"/>
                  <a:pt x="3991674" y="1317801"/>
                  <a:pt x="3991674" y="1313979"/>
                </a:cubicBezTo>
                <a:close/>
                <a:moveTo>
                  <a:pt x="3991674" y="1361805"/>
                </a:moveTo>
                <a:lnTo>
                  <a:pt x="3992268" y="1350455"/>
                </a:lnTo>
                <a:lnTo>
                  <a:pt x="3992766" y="1350487"/>
                </a:lnTo>
                <a:lnTo>
                  <a:pt x="3992792" y="1349997"/>
                </a:lnTo>
                <a:lnTo>
                  <a:pt x="4009880" y="1351607"/>
                </a:lnTo>
                <a:cubicBezTo>
                  <a:pt x="4042265" y="1352130"/>
                  <a:pt x="4074158" y="1355088"/>
                  <a:pt x="4105341" y="1360601"/>
                </a:cubicBezTo>
                <a:cubicBezTo>
                  <a:pt x="4110917" y="1360185"/>
                  <a:pt x="4116245" y="1361126"/>
                  <a:pt x="4121554" y="1362128"/>
                </a:cubicBezTo>
                <a:lnTo>
                  <a:pt x="4121671" y="1363267"/>
                </a:lnTo>
                <a:cubicBezTo>
                  <a:pt x="4480521" y="1422199"/>
                  <a:pt x="4761560" y="1700770"/>
                  <a:pt x="4811836" y="2050865"/>
                </a:cubicBezTo>
                <a:cubicBezTo>
                  <a:pt x="4812004" y="2050918"/>
                  <a:pt x="4812173" y="2050923"/>
                  <a:pt x="4812342" y="2050928"/>
                </a:cubicBezTo>
                <a:lnTo>
                  <a:pt x="4812882" y="2057565"/>
                </a:lnTo>
                <a:cubicBezTo>
                  <a:pt x="4817939" y="2087572"/>
                  <a:pt x="4820389" y="2118214"/>
                  <a:pt x="4820346" y="2149296"/>
                </a:cubicBezTo>
                <a:cubicBezTo>
                  <a:pt x="4821658" y="2154882"/>
                  <a:pt x="4821717" y="2160506"/>
                  <a:pt x="4821717" y="2166144"/>
                </a:cubicBezTo>
                <a:cubicBezTo>
                  <a:pt x="4821717" y="2169936"/>
                  <a:pt x="4821690" y="2173722"/>
                  <a:pt x="4821124" y="2177494"/>
                </a:cubicBezTo>
                <a:lnTo>
                  <a:pt x="4820625" y="2177461"/>
                </a:lnTo>
                <a:lnTo>
                  <a:pt x="4820599" y="2177952"/>
                </a:lnTo>
                <a:lnTo>
                  <a:pt x="4803481" y="2176339"/>
                </a:lnTo>
                <a:cubicBezTo>
                  <a:pt x="4771106" y="2175816"/>
                  <a:pt x="4739226" y="2172858"/>
                  <a:pt x="4708054" y="2167348"/>
                </a:cubicBezTo>
                <a:cubicBezTo>
                  <a:pt x="4702477" y="2167764"/>
                  <a:pt x="4697148" y="2166823"/>
                  <a:pt x="4691837" y="2165820"/>
                </a:cubicBezTo>
                <a:lnTo>
                  <a:pt x="4691721" y="2164681"/>
                </a:lnTo>
                <a:cubicBezTo>
                  <a:pt x="4332870" y="2105749"/>
                  <a:pt x="4051831" y="1827177"/>
                  <a:pt x="4001556" y="1477083"/>
                </a:cubicBezTo>
                <a:cubicBezTo>
                  <a:pt x="4001388" y="1477030"/>
                  <a:pt x="4001220" y="1477026"/>
                  <a:pt x="4001050" y="1477021"/>
                </a:cubicBezTo>
                <a:lnTo>
                  <a:pt x="4000512" y="1470397"/>
                </a:lnTo>
                <a:cubicBezTo>
                  <a:pt x="3995453" y="1440385"/>
                  <a:pt x="3993003" y="1409736"/>
                  <a:pt x="3993045" y="1378647"/>
                </a:cubicBezTo>
                <a:cubicBezTo>
                  <a:pt x="3991733" y="1373063"/>
                  <a:pt x="3991674" y="1367441"/>
                  <a:pt x="3991674" y="1361805"/>
                </a:cubicBezTo>
                <a:close/>
                <a:moveTo>
                  <a:pt x="3991674" y="3010804"/>
                </a:moveTo>
                <a:cubicBezTo>
                  <a:pt x="3991674" y="3005122"/>
                  <a:pt x="3991733" y="2999453"/>
                  <a:pt x="3993045" y="2993823"/>
                </a:cubicBezTo>
                <a:cubicBezTo>
                  <a:pt x="3993003" y="2962495"/>
                  <a:pt x="3995452" y="2931610"/>
                  <a:pt x="4000509" y="2901366"/>
                </a:cubicBezTo>
                <a:lnTo>
                  <a:pt x="4001049" y="2894676"/>
                </a:lnTo>
                <a:cubicBezTo>
                  <a:pt x="4001218" y="2894671"/>
                  <a:pt x="4001387" y="2894666"/>
                  <a:pt x="4001555" y="2894613"/>
                </a:cubicBezTo>
                <a:cubicBezTo>
                  <a:pt x="4051831" y="2541747"/>
                  <a:pt x="4332870" y="2260970"/>
                  <a:pt x="4691720" y="2201572"/>
                </a:cubicBezTo>
                <a:lnTo>
                  <a:pt x="4691837" y="2200424"/>
                </a:lnTo>
                <a:cubicBezTo>
                  <a:pt x="4697146" y="2199414"/>
                  <a:pt x="4702474" y="2198466"/>
                  <a:pt x="4708050" y="2198885"/>
                </a:cubicBezTo>
                <a:cubicBezTo>
                  <a:pt x="4739233" y="2193328"/>
                  <a:pt x="4771126" y="2190347"/>
                  <a:pt x="4803512" y="2189820"/>
                </a:cubicBezTo>
                <a:lnTo>
                  <a:pt x="4820599" y="2188197"/>
                </a:lnTo>
                <a:lnTo>
                  <a:pt x="4820625" y="2188691"/>
                </a:lnTo>
                <a:lnTo>
                  <a:pt x="4821123" y="2188658"/>
                </a:lnTo>
                <a:lnTo>
                  <a:pt x="4821717" y="2200098"/>
                </a:lnTo>
                <a:cubicBezTo>
                  <a:pt x="4821717" y="2205779"/>
                  <a:pt x="4821658" y="2211446"/>
                  <a:pt x="4820346" y="2217074"/>
                </a:cubicBezTo>
                <a:cubicBezTo>
                  <a:pt x="4820389" y="2248409"/>
                  <a:pt x="4817938" y="2279300"/>
                  <a:pt x="4812879" y="2309550"/>
                </a:cubicBezTo>
                <a:lnTo>
                  <a:pt x="4812341" y="2316226"/>
                </a:lnTo>
                <a:cubicBezTo>
                  <a:pt x="4812171" y="2316231"/>
                  <a:pt x="4812003" y="2316236"/>
                  <a:pt x="4811835" y="2316289"/>
                </a:cubicBezTo>
                <a:cubicBezTo>
                  <a:pt x="4761560" y="2669154"/>
                  <a:pt x="4480521" y="2949931"/>
                  <a:pt x="4121670" y="3009330"/>
                </a:cubicBezTo>
                <a:lnTo>
                  <a:pt x="4121554" y="3010478"/>
                </a:lnTo>
                <a:cubicBezTo>
                  <a:pt x="4116243" y="3011489"/>
                  <a:pt x="4110914" y="3012437"/>
                  <a:pt x="4105337" y="3012018"/>
                </a:cubicBezTo>
                <a:cubicBezTo>
                  <a:pt x="4074165" y="3017572"/>
                  <a:pt x="4042285" y="3020553"/>
                  <a:pt x="4009911" y="3021080"/>
                </a:cubicBezTo>
                <a:lnTo>
                  <a:pt x="3992792" y="3022706"/>
                </a:lnTo>
                <a:lnTo>
                  <a:pt x="3992766" y="3022211"/>
                </a:lnTo>
                <a:lnTo>
                  <a:pt x="3992267" y="3022244"/>
                </a:lnTo>
                <a:cubicBezTo>
                  <a:pt x="3991701" y="3018442"/>
                  <a:pt x="3991674" y="3014626"/>
                  <a:pt x="3991674" y="3010804"/>
                </a:cubicBezTo>
                <a:close/>
                <a:moveTo>
                  <a:pt x="3991674" y="3058630"/>
                </a:moveTo>
                <a:lnTo>
                  <a:pt x="3992268" y="3047280"/>
                </a:lnTo>
                <a:lnTo>
                  <a:pt x="3992766" y="3047312"/>
                </a:lnTo>
                <a:lnTo>
                  <a:pt x="3992792" y="3046822"/>
                </a:lnTo>
                <a:lnTo>
                  <a:pt x="4009880" y="3048432"/>
                </a:lnTo>
                <a:cubicBezTo>
                  <a:pt x="4042265" y="3048955"/>
                  <a:pt x="4074158" y="3051913"/>
                  <a:pt x="4105341" y="3057426"/>
                </a:cubicBezTo>
                <a:cubicBezTo>
                  <a:pt x="4110917" y="3057010"/>
                  <a:pt x="4116245" y="3057951"/>
                  <a:pt x="4121554" y="3058953"/>
                </a:cubicBezTo>
                <a:lnTo>
                  <a:pt x="4121671" y="3060092"/>
                </a:lnTo>
                <a:cubicBezTo>
                  <a:pt x="4480521" y="3119024"/>
                  <a:pt x="4761560" y="3397595"/>
                  <a:pt x="4811836" y="3747690"/>
                </a:cubicBezTo>
                <a:cubicBezTo>
                  <a:pt x="4812004" y="3747743"/>
                  <a:pt x="4812173" y="3747748"/>
                  <a:pt x="4812342" y="3747753"/>
                </a:cubicBezTo>
                <a:lnTo>
                  <a:pt x="4812882" y="3754390"/>
                </a:lnTo>
                <a:cubicBezTo>
                  <a:pt x="4817939" y="3784397"/>
                  <a:pt x="4820389" y="3815039"/>
                  <a:pt x="4820346" y="3846121"/>
                </a:cubicBezTo>
                <a:cubicBezTo>
                  <a:pt x="4821658" y="3851707"/>
                  <a:pt x="4821717" y="3857331"/>
                  <a:pt x="4821717" y="3862969"/>
                </a:cubicBezTo>
                <a:cubicBezTo>
                  <a:pt x="4821717" y="3866761"/>
                  <a:pt x="4821690" y="3870547"/>
                  <a:pt x="4821124" y="3874319"/>
                </a:cubicBezTo>
                <a:lnTo>
                  <a:pt x="4820625" y="3874286"/>
                </a:lnTo>
                <a:lnTo>
                  <a:pt x="4820599" y="3874777"/>
                </a:lnTo>
                <a:lnTo>
                  <a:pt x="4803481" y="3873164"/>
                </a:lnTo>
                <a:cubicBezTo>
                  <a:pt x="4771106" y="3872641"/>
                  <a:pt x="4739226" y="3869683"/>
                  <a:pt x="4708054" y="3864173"/>
                </a:cubicBezTo>
                <a:cubicBezTo>
                  <a:pt x="4702477" y="3864589"/>
                  <a:pt x="4697148" y="3863648"/>
                  <a:pt x="4691837" y="3862645"/>
                </a:cubicBezTo>
                <a:lnTo>
                  <a:pt x="4691721" y="3861506"/>
                </a:lnTo>
                <a:cubicBezTo>
                  <a:pt x="4332870" y="3802574"/>
                  <a:pt x="4051831" y="3524002"/>
                  <a:pt x="4001556" y="3173908"/>
                </a:cubicBezTo>
                <a:cubicBezTo>
                  <a:pt x="4001388" y="3173856"/>
                  <a:pt x="4001220" y="3173851"/>
                  <a:pt x="4001050" y="3173846"/>
                </a:cubicBezTo>
                <a:lnTo>
                  <a:pt x="4000512" y="3167222"/>
                </a:lnTo>
                <a:cubicBezTo>
                  <a:pt x="3995453" y="3137210"/>
                  <a:pt x="3993003" y="3106561"/>
                  <a:pt x="3993045" y="3075472"/>
                </a:cubicBezTo>
                <a:cubicBezTo>
                  <a:pt x="3991733" y="3069889"/>
                  <a:pt x="3991674" y="3064266"/>
                  <a:pt x="3991674" y="3058630"/>
                </a:cubicBezTo>
                <a:close/>
                <a:moveTo>
                  <a:pt x="3293448" y="636203"/>
                </a:moveTo>
                <a:cubicBezTo>
                  <a:pt x="3346724" y="907109"/>
                  <a:pt x="3561567" y="1121906"/>
                  <a:pt x="3836757" y="1181049"/>
                </a:cubicBezTo>
                <a:cubicBezTo>
                  <a:pt x="3783482" y="910143"/>
                  <a:pt x="3568638" y="695346"/>
                  <a:pt x="3293448" y="636203"/>
                </a:cubicBezTo>
                <a:close/>
                <a:moveTo>
                  <a:pt x="3293448" y="2333028"/>
                </a:moveTo>
                <a:cubicBezTo>
                  <a:pt x="3346724" y="2603934"/>
                  <a:pt x="3561567" y="2818731"/>
                  <a:pt x="3836757" y="2877874"/>
                </a:cubicBezTo>
                <a:cubicBezTo>
                  <a:pt x="3783482" y="2606968"/>
                  <a:pt x="3568638" y="2392171"/>
                  <a:pt x="3293448" y="2333028"/>
                </a:cubicBezTo>
                <a:close/>
                <a:moveTo>
                  <a:pt x="3293446" y="2034258"/>
                </a:moveTo>
                <a:cubicBezTo>
                  <a:pt x="3568636" y="1975579"/>
                  <a:pt x="3783479" y="1762469"/>
                  <a:pt x="3836755" y="1493690"/>
                </a:cubicBezTo>
                <a:cubicBezTo>
                  <a:pt x="3561565" y="1552369"/>
                  <a:pt x="3346721" y="1765479"/>
                  <a:pt x="3293446" y="2034258"/>
                </a:cubicBezTo>
                <a:close/>
                <a:moveTo>
                  <a:pt x="3293446" y="3731083"/>
                </a:moveTo>
                <a:cubicBezTo>
                  <a:pt x="3568636" y="3672404"/>
                  <a:pt x="3783479" y="3459294"/>
                  <a:pt x="3836755" y="3190516"/>
                </a:cubicBezTo>
                <a:cubicBezTo>
                  <a:pt x="3561565" y="3249194"/>
                  <a:pt x="3346721" y="3462304"/>
                  <a:pt x="3293446" y="3731083"/>
                </a:cubicBezTo>
                <a:close/>
                <a:moveTo>
                  <a:pt x="3150081" y="503273"/>
                </a:moveTo>
                <a:lnTo>
                  <a:pt x="3150675" y="491833"/>
                </a:lnTo>
                <a:lnTo>
                  <a:pt x="3151173" y="491866"/>
                </a:lnTo>
                <a:lnTo>
                  <a:pt x="3151199" y="491372"/>
                </a:lnTo>
                <a:lnTo>
                  <a:pt x="3168287" y="492995"/>
                </a:lnTo>
                <a:cubicBezTo>
                  <a:pt x="3200672" y="493522"/>
                  <a:pt x="3232565" y="496503"/>
                  <a:pt x="3263748" y="502060"/>
                </a:cubicBezTo>
                <a:cubicBezTo>
                  <a:pt x="3269324" y="501641"/>
                  <a:pt x="3274652" y="502589"/>
                  <a:pt x="3279961" y="503599"/>
                </a:cubicBezTo>
                <a:lnTo>
                  <a:pt x="3280078" y="504747"/>
                </a:lnTo>
                <a:cubicBezTo>
                  <a:pt x="3638928" y="564145"/>
                  <a:pt x="3919967" y="844922"/>
                  <a:pt x="3970244" y="1197788"/>
                </a:cubicBezTo>
                <a:cubicBezTo>
                  <a:pt x="3970411" y="1197841"/>
                  <a:pt x="3970581" y="1197846"/>
                  <a:pt x="3970749" y="1197851"/>
                </a:cubicBezTo>
                <a:lnTo>
                  <a:pt x="3971290" y="1204541"/>
                </a:lnTo>
                <a:cubicBezTo>
                  <a:pt x="3976346" y="1234785"/>
                  <a:pt x="3978796" y="1265670"/>
                  <a:pt x="3978754" y="1296998"/>
                </a:cubicBezTo>
                <a:cubicBezTo>
                  <a:pt x="3980066" y="1302628"/>
                  <a:pt x="3980124" y="1308297"/>
                  <a:pt x="3980124" y="1313979"/>
                </a:cubicBezTo>
                <a:cubicBezTo>
                  <a:pt x="3980124" y="1317801"/>
                  <a:pt x="3980097" y="1321617"/>
                  <a:pt x="3979531" y="1325419"/>
                </a:cubicBezTo>
                <a:lnTo>
                  <a:pt x="3979032" y="1325386"/>
                </a:lnTo>
                <a:lnTo>
                  <a:pt x="3979006" y="1325881"/>
                </a:lnTo>
                <a:lnTo>
                  <a:pt x="3961888" y="1324255"/>
                </a:lnTo>
                <a:cubicBezTo>
                  <a:pt x="3929514" y="1323728"/>
                  <a:pt x="3897633" y="1320747"/>
                  <a:pt x="3866461" y="1315193"/>
                </a:cubicBezTo>
                <a:cubicBezTo>
                  <a:pt x="3860884" y="1315612"/>
                  <a:pt x="3855555" y="1314664"/>
                  <a:pt x="3850245" y="1313653"/>
                </a:cubicBezTo>
                <a:lnTo>
                  <a:pt x="3850129" y="1312505"/>
                </a:lnTo>
                <a:cubicBezTo>
                  <a:pt x="3491277" y="1253106"/>
                  <a:pt x="3210238" y="972329"/>
                  <a:pt x="3159963" y="619464"/>
                </a:cubicBezTo>
                <a:cubicBezTo>
                  <a:pt x="3159795" y="619411"/>
                  <a:pt x="3159627" y="619406"/>
                  <a:pt x="3159457" y="619401"/>
                </a:cubicBezTo>
                <a:lnTo>
                  <a:pt x="3158919" y="612725"/>
                </a:lnTo>
                <a:cubicBezTo>
                  <a:pt x="3153860" y="582475"/>
                  <a:pt x="3151410" y="551584"/>
                  <a:pt x="3151452" y="520249"/>
                </a:cubicBezTo>
                <a:cubicBezTo>
                  <a:pt x="3150140" y="514621"/>
                  <a:pt x="3150081" y="508954"/>
                  <a:pt x="3150081" y="503273"/>
                </a:cubicBezTo>
                <a:close/>
                <a:moveTo>
                  <a:pt x="3150081" y="2200098"/>
                </a:moveTo>
                <a:lnTo>
                  <a:pt x="3150675" y="2188658"/>
                </a:lnTo>
                <a:lnTo>
                  <a:pt x="3151173" y="2188691"/>
                </a:lnTo>
                <a:lnTo>
                  <a:pt x="3151199" y="2188197"/>
                </a:lnTo>
                <a:lnTo>
                  <a:pt x="3168287" y="2189820"/>
                </a:lnTo>
                <a:cubicBezTo>
                  <a:pt x="3200672" y="2190347"/>
                  <a:pt x="3232565" y="2193328"/>
                  <a:pt x="3263748" y="2198885"/>
                </a:cubicBezTo>
                <a:cubicBezTo>
                  <a:pt x="3269324" y="2198466"/>
                  <a:pt x="3274652" y="2199414"/>
                  <a:pt x="3279961" y="2200424"/>
                </a:cubicBezTo>
                <a:lnTo>
                  <a:pt x="3280078" y="2201572"/>
                </a:lnTo>
                <a:cubicBezTo>
                  <a:pt x="3638928" y="2260970"/>
                  <a:pt x="3919967" y="2541747"/>
                  <a:pt x="3970244" y="2894613"/>
                </a:cubicBezTo>
                <a:cubicBezTo>
                  <a:pt x="3970411" y="2894666"/>
                  <a:pt x="3970581" y="2894671"/>
                  <a:pt x="3970749" y="2894676"/>
                </a:cubicBezTo>
                <a:lnTo>
                  <a:pt x="3971290" y="2901366"/>
                </a:lnTo>
                <a:cubicBezTo>
                  <a:pt x="3976346" y="2931610"/>
                  <a:pt x="3978796" y="2962495"/>
                  <a:pt x="3978754" y="2993823"/>
                </a:cubicBezTo>
                <a:cubicBezTo>
                  <a:pt x="3980066" y="2999453"/>
                  <a:pt x="3980124" y="3005122"/>
                  <a:pt x="3980124" y="3010804"/>
                </a:cubicBezTo>
                <a:cubicBezTo>
                  <a:pt x="3980124" y="3014626"/>
                  <a:pt x="3980097" y="3018442"/>
                  <a:pt x="3979531" y="3022244"/>
                </a:cubicBezTo>
                <a:lnTo>
                  <a:pt x="3979032" y="3022211"/>
                </a:lnTo>
                <a:lnTo>
                  <a:pt x="3979006" y="3022706"/>
                </a:lnTo>
                <a:lnTo>
                  <a:pt x="3961888" y="3021080"/>
                </a:lnTo>
                <a:cubicBezTo>
                  <a:pt x="3929514" y="3020553"/>
                  <a:pt x="3897633" y="3017572"/>
                  <a:pt x="3866461" y="3012018"/>
                </a:cubicBezTo>
                <a:cubicBezTo>
                  <a:pt x="3860884" y="3012437"/>
                  <a:pt x="3855555" y="3011489"/>
                  <a:pt x="3850245" y="3010478"/>
                </a:cubicBezTo>
                <a:lnTo>
                  <a:pt x="3850129" y="3009330"/>
                </a:lnTo>
                <a:cubicBezTo>
                  <a:pt x="3491277" y="2949931"/>
                  <a:pt x="3210238" y="2669154"/>
                  <a:pt x="3159963" y="2316289"/>
                </a:cubicBezTo>
                <a:cubicBezTo>
                  <a:pt x="3159795" y="2316236"/>
                  <a:pt x="3159627" y="2316231"/>
                  <a:pt x="3159457" y="2316226"/>
                </a:cubicBezTo>
                <a:lnTo>
                  <a:pt x="3158919" y="2309550"/>
                </a:lnTo>
                <a:cubicBezTo>
                  <a:pt x="3153860" y="2279300"/>
                  <a:pt x="3151410" y="2248409"/>
                  <a:pt x="3151452" y="2217074"/>
                </a:cubicBezTo>
                <a:cubicBezTo>
                  <a:pt x="3150140" y="2211446"/>
                  <a:pt x="3150081" y="2205779"/>
                  <a:pt x="3150081" y="2200098"/>
                </a:cubicBezTo>
                <a:close/>
                <a:moveTo>
                  <a:pt x="3150081" y="3896923"/>
                </a:moveTo>
                <a:lnTo>
                  <a:pt x="3150675" y="3885483"/>
                </a:lnTo>
                <a:lnTo>
                  <a:pt x="3151173" y="3885516"/>
                </a:lnTo>
                <a:lnTo>
                  <a:pt x="3151199" y="3885022"/>
                </a:lnTo>
                <a:lnTo>
                  <a:pt x="3168287" y="3886645"/>
                </a:lnTo>
                <a:cubicBezTo>
                  <a:pt x="3200672" y="3887172"/>
                  <a:pt x="3232565" y="3890153"/>
                  <a:pt x="3263748" y="3895710"/>
                </a:cubicBezTo>
                <a:cubicBezTo>
                  <a:pt x="3269324" y="3895291"/>
                  <a:pt x="3274652" y="3896239"/>
                  <a:pt x="3279961" y="3897249"/>
                </a:cubicBezTo>
                <a:lnTo>
                  <a:pt x="3280078" y="3898397"/>
                </a:lnTo>
                <a:cubicBezTo>
                  <a:pt x="3514137" y="3937139"/>
                  <a:pt x="3715094" y="4070062"/>
                  <a:pt x="3840331" y="4255797"/>
                </a:cubicBezTo>
                <a:lnTo>
                  <a:pt x="3868775" y="4305008"/>
                </a:lnTo>
                <a:lnTo>
                  <a:pt x="3717725" y="4305008"/>
                </a:lnTo>
                <a:lnTo>
                  <a:pt x="3665602" y="4241205"/>
                </a:lnTo>
                <a:cubicBezTo>
                  <a:pt x="3568906" y="4136681"/>
                  <a:pt x="3439699" y="4061285"/>
                  <a:pt x="3293448" y="4029853"/>
                </a:cubicBezTo>
                <a:cubicBezTo>
                  <a:pt x="3310695" y="4117553"/>
                  <a:pt x="3344874" y="4199373"/>
                  <a:pt x="3392629" y="4271827"/>
                </a:cubicBezTo>
                <a:lnTo>
                  <a:pt x="3419311" y="4305008"/>
                </a:lnTo>
                <a:lnTo>
                  <a:pt x="3265201" y="4305008"/>
                </a:lnTo>
                <a:lnTo>
                  <a:pt x="3235080" y="4254710"/>
                </a:lnTo>
                <a:cubicBezTo>
                  <a:pt x="3197877" y="4179889"/>
                  <a:pt x="3172145" y="4098618"/>
                  <a:pt x="3159963" y="4013114"/>
                </a:cubicBezTo>
                <a:cubicBezTo>
                  <a:pt x="3159795" y="4013061"/>
                  <a:pt x="3159627" y="4013056"/>
                  <a:pt x="3159457" y="4013051"/>
                </a:cubicBezTo>
                <a:lnTo>
                  <a:pt x="3158919" y="4006375"/>
                </a:lnTo>
                <a:cubicBezTo>
                  <a:pt x="3153860" y="3976125"/>
                  <a:pt x="3151410" y="3945234"/>
                  <a:pt x="3151452" y="3913899"/>
                </a:cubicBezTo>
                <a:cubicBezTo>
                  <a:pt x="3150140" y="3908271"/>
                  <a:pt x="3150081" y="3902604"/>
                  <a:pt x="3150081" y="3896923"/>
                </a:cubicBezTo>
                <a:close/>
                <a:moveTo>
                  <a:pt x="3150079" y="469318"/>
                </a:moveTo>
                <a:cubicBezTo>
                  <a:pt x="3150079" y="463681"/>
                  <a:pt x="3150138" y="458057"/>
                  <a:pt x="3151450" y="452471"/>
                </a:cubicBezTo>
                <a:cubicBezTo>
                  <a:pt x="3151408" y="421389"/>
                  <a:pt x="3153857" y="390746"/>
                  <a:pt x="3158914" y="360740"/>
                </a:cubicBezTo>
                <a:lnTo>
                  <a:pt x="3159454" y="354103"/>
                </a:lnTo>
                <a:cubicBezTo>
                  <a:pt x="3159623" y="354098"/>
                  <a:pt x="3159792" y="354093"/>
                  <a:pt x="3159960" y="354040"/>
                </a:cubicBezTo>
                <a:cubicBezTo>
                  <a:pt x="3173111" y="262463"/>
                  <a:pt x="3202052" y="175780"/>
                  <a:pt x="3244173" y="96778"/>
                </a:cubicBezTo>
                <a:lnTo>
                  <a:pt x="3306807" y="0"/>
                </a:lnTo>
                <a:lnTo>
                  <a:pt x="3475182" y="0"/>
                </a:lnTo>
                <a:lnTo>
                  <a:pt x="3406954" y="76659"/>
                </a:lnTo>
                <a:cubicBezTo>
                  <a:pt x="3351687" y="153496"/>
                  <a:pt x="3312372" y="241952"/>
                  <a:pt x="3293446" y="337433"/>
                </a:cubicBezTo>
                <a:cubicBezTo>
                  <a:pt x="3476486" y="298404"/>
                  <a:pt x="3632827" y="191052"/>
                  <a:pt x="3732420" y="44350"/>
                </a:cubicBezTo>
                <a:lnTo>
                  <a:pt x="3754649" y="0"/>
                </a:lnTo>
                <a:lnTo>
                  <a:pt x="3903287" y="0"/>
                </a:lnTo>
                <a:lnTo>
                  <a:pt x="3851448" y="95636"/>
                </a:lnTo>
                <a:cubicBezTo>
                  <a:pt x="3727674" y="289169"/>
                  <a:pt x="3521481" y="428211"/>
                  <a:pt x="3280075" y="467856"/>
                </a:cubicBezTo>
                <a:lnTo>
                  <a:pt x="3279959" y="468995"/>
                </a:lnTo>
                <a:cubicBezTo>
                  <a:pt x="3274648" y="469998"/>
                  <a:pt x="3269319" y="470939"/>
                  <a:pt x="3263742" y="470523"/>
                </a:cubicBezTo>
                <a:cubicBezTo>
                  <a:pt x="3232570" y="476033"/>
                  <a:pt x="3200690" y="478991"/>
                  <a:pt x="3168316" y="479514"/>
                </a:cubicBezTo>
                <a:lnTo>
                  <a:pt x="3151197" y="481127"/>
                </a:lnTo>
                <a:lnTo>
                  <a:pt x="3151171" y="480636"/>
                </a:lnTo>
                <a:lnTo>
                  <a:pt x="3150672" y="480669"/>
                </a:lnTo>
                <a:cubicBezTo>
                  <a:pt x="3150106" y="476896"/>
                  <a:pt x="3150079" y="473110"/>
                  <a:pt x="3150079" y="469318"/>
                </a:cubicBezTo>
                <a:close/>
                <a:moveTo>
                  <a:pt x="3150079" y="2166144"/>
                </a:moveTo>
                <a:cubicBezTo>
                  <a:pt x="3150079" y="2160506"/>
                  <a:pt x="3150138" y="2154882"/>
                  <a:pt x="3151450" y="2149296"/>
                </a:cubicBezTo>
                <a:cubicBezTo>
                  <a:pt x="3151408" y="2118214"/>
                  <a:pt x="3153857" y="2087572"/>
                  <a:pt x="3158914" y="2057565"/>
                </a:cubicBezTo>
                <a:lnTo>
                  <a:pt x="3159454" y="2050928"/>
                </a:lnTo>
                <a:cubicBezTo>
                  <a:pt x="3159623" y="2050923"/>
                  <a:pt x="3159792" y="2050918"/>
                  <a:pt x="3159960" y="2050865"/>
                </a:cubicBezTo>
                <a:cubicBezTo>
                  <a:pt x="3210236" y="1700770"/>
                  <a:pt x="3491275" y="1422199"/>
                  <a:pt x="3850126" y="1363267"/>
                </a:cubicBezTo>
                <a:lnTo>
                  <a:pt x="3850243" y="1362128"/>
                </a:lnTo>
                <a:cubicBezTo>
                  <a:pt x="3855551" y="1361126"/>
                  <a:pt x="3860879" y="1360185"/>
                  <a:pt x="3866455" y="1360601"/>
                </a:cubicBezTo>
                <a:cubicBezTo>
                  <a:pt x="3897639" y="1355088"/>
                  <a:pt x="3929531" y="1352130"/>
                  <a:pt x="3961917" y="1351607"/>
                </a:cubicBezTo>
                <a:lnTo>
                  <a:pt x="3979004" y="1349997"/>
                </a:lnTo>
                <a:lnTo>
                  <a:pt x="3979030" y="1350487"/>
                </a:lnTo>
                <a:lnTo>
                  <a:pt x="3979528" y="1350455"/>
                </a:lnTo>
                <a:lnTo>
                  <a:pt x="3980122" y="1361805"/>
                </a:lnTo>
                <a:cubicBezTo>
                  <a:pt x="3980122" y="1367441"/>
                  <a:pt x="3980064" y="1373063"/>
                  <a:pt x="3978752" y="1378647"/>
                </a:cubicBezTo>
                <a:cubicBezTo>
                  <a:pt x="3978794" y="1409736"/>
                  <a:pt x="3976343" y="1440385"/>
                  <a:pt x="3971285" y="1470397"/>
                </a:cubicBezTo>
                <a:lnTo>
                  <a:pt x="3970746" y="1477021"/>
                </a:lnTo>
                <a:cubicBezTo>
                  <a:pt x="3970577" y="1477026"/>
                  <a:pt x="3970408" y="1477030"/>
                  <a:pt x="3970241" y="1477083"/>
                </a:cubicBezTo>
                <a:cubicBezTo>
                  <a:pt x="3919965" y="1827177"/>
                  <a:pt x="3638926" y="2105749"/>
                  <a:pt x="3280075" y="2164681"/>
                </a:cubicBezTo>
                <a:lnTo>
                  <a:pt x="3279959" y="2165820"/>
                </a:lnTo>
                <a:cubicBezTo>
                  <a:pt x="3274648" y="2166823"/>
                  <a:pt x="3269319" y="2167764"/>
                  <a:pt x="3263742" y="2167348"/>
                </a:cubicBezTo>
                <a:cubicBezTo>
                  <a:pt x="3232570" y="2172858"/>
                  <a:pt x="3200690" y="2175816"/>
                  <a:pt x="3168316" y="2176339"/>
                </a:cubicBezTo>
                <a:lnTo>
                  <a:pt x="3151197" y="2177952"/>
                </a:lnTo>
                <a:lnTo>
                  <a:pt x="3151171" y="2177461"/>
                </a:lnTo>
                <a:lnTo>
                  <a:pt x="3150672" y="2177494"/>
                </a:lnTo>
                <a:cubicBezTo>
                  <a:pt x="3150106" y="2173722"/>
                  <a:pt x="3150079" y="2169936"/>
                  <a:pt x="3150079" y="2166144"/>
                </a:cubicBezTo>
                <a:close/>
                <a:moveTo>
                  <a:pt x="3150079" y="3862969"/>
                </a:moveTo>
                <a:cubicBezTo>
                  <a:pt x="3150079" y="3857331"/>
                  <a:pt x="3150138" y="3851707"/>
                  <a:pt x="3151450" y="3846121"/>
                </a:cubicBezTo>
                <a:cubicBezTo>
                  <a:pt x="3151408" y="3815039"/>
                  <a:pt x="3153857" y="3784397"/>
                  <a:pt x="3158914" y="3754390"/>
                </a:cubicBezTo>
                <a:lnTo>
                  <a:pt x="3159454" y="3747753"/>
                </a:lnTo>
                <a:cubicBezTo>
                  <a:pt x="3159623" y="3747748"/>
                  <a:pt x="3159792" y="3747743"/>
                  <a:pt x="3159960" y="3747690"/>
                </a:cubicBezTo>
                <a:cubicBezTo>
                  <a:pt x="3210236" y="3397595"/>
                  <a:pt x="3491275" y="3119024"/>
                  <a:pt x="3850126" y="3060092"/>
                </a:cubicBezTo>
                <a:lnTo>
                  <a:pt x="3850243" y="3058953"/>
                </a:lnTo>
                <a:cubicBezTo>
                  <a:pt x="3855551" y="3057951"/>
                  <a:pt x="3860879" y="3057010"/>
                  <a:pt x="3866455" y="3057426"/>
                </a:cubicBezTo>
                <a:cubicBezTo>
                  <a:pt x="3897639" y="3051913"/>
                  <a:pt x="3929531" y="3048955"/>
                  <a:pt x="3961917" y="3048432"/>
                </a:cubicBezTo>
                <a:lnTo>
                  <a:pt x="3979004" y="3046822"/>
                </a:lnTo>
                <a:lnTo>
                  <a:pt x="3979030" y="3047312"/>
                </a:lnTo>
                <a:lnTo>
                  <a:pt x="3979528" y="3047280"/>
                </a:lnTo>
                <a:lnTo>
                  <a:pt x="3980122" y="3058630"/>
                </a:lnTo>
                <a:cubicBezTo>
                  <a:pt x="3980122" y="3064266"/>
                  <a:pt x="3980064" y="3069889"/>
                  <a:pt x="3978752" y="3075472"/>
                </a:cubicBezTo>
                <a:cubicBezTo>
                  <a:pt x="3978794" y="3106561"/>
                  <a:pt x="3976343" y="3137210"/>
                  <a:pt x="3971285" y="3167222"/>
                </a:cubicBezTo>
                <a:lnTo>
                  <a:pt x="3970746" y="3173846"/>
                </a:lnTo>
                <a:cubicBezTo>
                  <a:pt x="3970577" y="3173851"/>
                  <a:pt x="3970408" y="3173856"/>
                  <a:pt x="3970241" y="3173908"/>
                </a:cubicBezTo>
                <a:cubicBezTo>
                  <a:pt x="3919965" y="3524002"/>
                  <a:pt x="3638926" y="3802574"/>
                  <a:pt x="3280075" y="3861506"/>
                </a:cubicBezTo>
                <a:lnTo>
                  <a:pt x="3279959" y="3862645"/>
                </a:lnTo>
                <a:cubicBezTo>
                  <a:pt x="3274648" y="3863648"/>
                  <a:pt x="3269319" y="3864589"/>
                  <a:pt x="3263742" y="3864173"/>
                </a:cubicBezTo>
                <a:cubicBezTo>
                  <a:pt x="3232570" y="3869683"/>
                  <a:pt x="3200690" y="3872641"/>
                  <a:pt x="3168316" y="3873164"/>
                </a:cubicBezTo>
                <a:lnTo>
                  <a:pt x="3151197" y="3874777"/>
                </a:lnTo>
                <a:lnTo>
                  <a:pt x="3151171" y="3874286"/>
                </a:lnTo>
                <a:lnTo>
                  <a:pt x="3150672" y="3874319"/>
                </a:lnTo>
                <a:cubicBezTo>
                  <a:pt x="3150106" y="3870547"/>
                  <a:pt x="3150079" y="3866761"/>
                  <a:pt x="3150079" y="3862969"/>
                </a:cubicBezTo>
                <a:close/>
                <a:moveTo>
                  <a:pt x="2442890" y="1181049"/>
                </a:moveTo>
                <a:cubicBezTo>
                  <a:pt x="2718080" y="1121906"/>
                  <a:pt x="2932923" y="907109"/>
                  <a:pt x="2986199" y="636203"/>
                </a:cubicBezTo>
                <a:cubicBezTo>
                  <a:pt x="2711009" y="695346"/>
                  <a:pt x="2496165" y="910143"/>
                  <a:pt x="2442890" y="1181049"/>
                </a:cubicBezTo>
                <a:close/>
                <a:moveTo>
                  <a:pt x="2442890" y="1493690"/>
                </a:moveTo>
                <a:cubicBezTo>
                  <a:pt x="2496166" y="1762469"/>
                  <a:pt x="2711009" y="1975579"/>
                  <a:pt x="2986199" y="2034258"/>
                </a:cubicBezTo>
                <a:cubicBezTo>
                  <a:pt x="2932924" y="1765479"/>
                  <a:pt x="2718080" y="1552369"/>
                  <a:pt x="2442890" y="1493690"/>
                </a:cubicBezTo>
                <a:close/>
                <a:moveTo>
                  <a:pt x="2442890" y="2877874"/>
                </a:moveTo>
                <a:cubicBezTo>
                  <a:pt x="2718080" y="2818731"/>
                  <a:pt x="2932923" y="2603934"/>
                  <a:pt x="2986199" y="2333028"/>
                </a:cubicBezTo>
                <a:cubicBezTo>
                  <a:pt x="2711009" y="2392171"/>
                  <a:pt x="2496165" y="2606968"/>
                  <a:pt x="2442890" y="2877874"/>
                </a:cubicBezTo>
                <a:close/>
                <a:moveTo>
                  <a:pt x="2442890" y="3190516"/>
                </a:moveTo>
                <a:cubicBezTo>
                  <a:pt x="2496166" y="3459294"/>
                  <a:pt x="2711009" y="3672404"/>
                  <a:pt x="2986199" y="3731083"/>
                </a:cubicBezTo>
                <a:cubicBezTo>
                  <a:pt x="2932924" y="3462304"/>
                  <a:pt x="2718080" y="3249194"/>
                  <a:pt x="2442890" y="3190516"/>
                </a:cubicBezTo>
                <a:close/>
                <a:moveTo>
                  <a:pt x="2410871" y="4305008"/>
                </a:moveTo>
                <a:lnTo>
                  <a:pt x="2439316" y="4255797"/>
                </a:lnTo>
                <a:cubicBezTo>
                  <a:pt x="2564553" y="4070062"/>
                  <a:pt x="2765510" y="3937139"/>
                  <a:pt x="2999569" y="3898397"/>
                </a:cubicBezTo>
                <a:lnTo>
                  <a:pt x="2999686" y="3897249"/>
                </a:lnTo>
                <a:cubicBezTo>
                  <a:pt x="3004995" y="3896239"/>
                  <a:pt x="3010323" y="3895291"/>
                  <a:pt x="3015899" y="3895710"/>
                </a:cubicBezTo>
                <a:cubicBezTo>
                  <a:pt x="3047082" y="3890153"/>
                  <a:pt x="3078975" y="3887172"/>
                  <a:pt x="3111360" y="3886645"/>
                </a:cubicBezTo>
                <a:lnTo>
                  <a:pt x="3128448" y="3885022"/>
                </a:lnTo>
                <a:lnTo>
                  <a:pt x="3128474" y="3885516"/>
                </a:lnTo>
                <a:lnTo>
                  <a:pt x="3128972" y="3885483"/>
                </a:lnTo>
                <a:lnTo>
                  <a:pt x="3129566" y="3896923"/>
                </a:lnTo>
                <a:cubicBezTo>
                  <a:pt x="3129566" y="3902604"/>
                  <a:pt x="3129507" y="3908271"/>
                  <a:pt x="3128195" y="3913899"/>
                </a:cubicBezTo>
                <a:cubicBezTo>
                  <a:pt x="3128237" y="3945234"/>
                  <a:pt x="3125787" y="3976125"/>
                  <a:pt x="3120728" y="4006375"/>
                </a:cubicBezTo>
                <a:lnTo>
                  <a:pt x="3120190" y="4013051"/>
                </a:lnTo>
                <a:cubicBezTo>
                  <a:pt x="3120020" y="4013056"/>
                  <a:pt x="3119852" y="4013061"/>
                  <a:pt x="3119684" y="4013114"/>
                </a:cubicBezTo>
                <a:cubicBezTo>
                  <a:pt x="3107502" y="4098618"/>
                  <a:pt x="3081770" y="4179889"/>
                  <a:pt x="3044567" y="4254710"/>
                </a:cubicBezTo>
                <a:lnTo>
                  <a:pt x="3014445" y="4305008"/>
                </a:lnTo>
                <a:lnTo>
                  <a:pt x="2860336" y="4305008"/>
                </a:lnTo>
                <a:lnTo>
                  <a:pt x="2887018" y="4271827"/>
                </a:lnTo>
                <a:cubicBezTo>
                  <a:pt x="2934773" y="4199373"/>
                  <a:pt x="2968952" y="4117553"/>
                  <a:pt x="2986199" y="4029853"/>
                </a:cubicBezTo>
                <a:cubicBezTo>
                  <a:pt x="2839947" y="4061285"/>
                  <a:pt x="2710740" y="4136681"/>
                  <a:pt x="2614045" y="4241205"/>
                </a:cubicBezTo>
                <a:lnTo>
                  <a:pt x="2561922" y="4305008"/>
                </a:lnTo>
                <a:close/>
                <a:moveTo>
                  <a:pt x="2376360" y="0"/>
                </a:moveTo>
                <a:lnTo>
                  <a:pt x="2524998" y="0"/>
                </a:lnTo>
                <a:lnTo>
                  <a:pt x="2547226" y="44350"/>
                </a:lnTo>
                <a:cubicBezTo>
                  <a:pt x="2646819" y="191052"/>
                  <a:pt x="2803160" y="298404"/>
                  <a:pt x="2986199" y="337433"/>
                </a:cubicBezTo>
                <a:cubicBezTo>
                  <a:pt x="2967274" y="241952"/>
                  <a:pt x="2927959" y="153496"/>
                  <a:pt x="2872691" y="76659"/>
                </a:cubicBezTo>
                <a:lnTo>
                  <a:pt x="2804464" y="0"/>
                </a:lnTo>
                <a:lnTo>
                  <a:pt x="2972839" y="0"/>
                </a:lnTo>
                <a:lnTo>
                  <a:pt x="3035473" y="96778"/>
                </a:lnTo>
                <a:cubicBezTo>
                  <a:pt x="3077594" y="175780"/>
                  <a:pt x="3106535" y="262463"/>
                  <a:pt x="3119686" y="354040"/>
                </a:cubicBezTo>
                <a:cubicBezTo>
                  <a:pt x="3119853" y="354093"/>
                  <a:pt x="3120023" y="354098"/>
                  <a:pt x="3120191" y="354103"/>
                </a:cubicBezTo>
                <a:lnTo>
                  <a:pt x="3120732" y="360740"/>
                </a:lnTo>
                <a:cubicBezTo>
                  <a:pt x="3125788" y="390746"/>
                  <a:pt x="3128238" y="421389"/>
                  <a:pt x="3128196" y="452471"/>
                </a:cubicBezTo>
                <a:cubicBezTo>
                  <a:pt x="3129508" y="458057"/>
                  <a:pt x="3129566" y="463681"/>
                  <a:pt x="3129566" y="469318"/>
                </a:cubicBezTo>
                <a:cubicBezTo>
                  <a:pt x="3129566" y="473110"/>
                  <a:pt x="3129539" y="476896"/>
                  <a:pt x="3128973" y="480669"/>
                </a:cubicBezTo>
                <a:lnTo>
                  <a:pt x="3128474" y="480636"/>
                </a:lnTo>
                <a:lnTo>
                  <a:pt x="3128448" y="481127"/>
                </a:lnTo>
                <a:lnTo>
                  <a:pt x="3111330" y="479514"/>
                </a:lnTo>
                <a:cubicBezTo>
                  <a:pt x="3078956" y="478991"/>
                  <a:pt x="3047075" y="476033"/>
                  <a:pt x="3015903" y="470523"/>
                </a:cubicBezTo>
                <a:cubicBezTo>
                  <a:pt x="3010326" y="470939"/>
                  <a:pt x="3004997" y="469998"/>
                  <a:pt x="2999687" y="468995"/>
                </a:cubicBezTo>
                <a:lnTo>
                  <a:pt x="2999571" y="467856"/>
                </a:lnTo>
                <a:cubicBezTo>
                  <a:pt x="2758165" y="428211"/>
                  <a:pt x="2551973" y="289169"/>
                  <a:pt x="2428199" y="95636"/>
                </a:cubicBezTo>
                <a:close/>
                <a:moveTo>
                  <a:pt x="2299523" y="1313979"/>
                </a:moveTo>
                <a:cubicBezTo>
                  <a:pt x="2299523" y="1308297"/>
                  <a:pt x="2299582" y="1302628"/>
                  <a:pt x="2300894" y="1296998"/>
                </a:cubicBezTo>
                <a:cubicBezTo>
                  <a:pt x="2300852" y="1265670"/>
                  <a:pt x="2303301" y="1234785"/>
                  <a:pt x="2308358" y="1204541"/>
                </a:cubicBezTo>
                <a:lnTo>
                  <a:pt x="2308898" y="1197851"/>
                </a:lnTo>
                <a:cubicBezTo>
                  <a:pt x="2309067" y="1197846"/>
                  <a:pt x="2309236" y="1197841"/>
                  <a:pt x="2309404" y="1197788"/>
                </a:cubicBezTo>
                <a:cubicBezTo>
                  <a:pt x="2359680" y="844922"/>
                  <a:pt x="2640719" y="564145"/>
                  <a:pt x="2999570" y="504747"/>
                </a:cubicBezTo>
                <a:lnTo>
                  <a:pt x="2999687" y="503599"/>
                </a:lnTo>
                <a:cubicBezTo>
                  <a:pt x="3004995" y="502589"/>
                  <a:pt x="3010323" y="501641"/>
                  <a:pt x="3015899" y="502060"/>
                </a:cubicBezTo>
                <a:cubicBezTo>
                  <a:pt x="3047083" y="496503"/>
                  <a:pt x="3078975" y="493522"/>
                  <a:pt x="3111361" y="492995"/>
                </a:cubicBezTo>
                <a:lnTo>
                  <a:pt x="3128448" y="491372"/>
                </a:lnTo>
                <a:lnTo>
                  <a:pt x="3128474" y="491866"/>
                </a:lnTo>
                <a:lnTo>
                  <a:pt x="3128972" y="491833"/>
                </a:lnTo>
                <a:lnTo>
                  <a:pt x="3129566" y="503273"/>
                </a:lnTo>
                <a:cubicBezTo>
                  <a:pt x="3129566" y="508954"/>
                  <a:pt x="3129508" y="514621"/>
                  <a:pt x="3128196" y="520249"/>
                </a:cubicBezTo>
                <a:cubicBezTo>
                  <a:pt x="3128238" y="551584"/>
                  <a:pt x="3125787" y="582475"/>
                  <a:pt x="3120729" y="612725"/>
                </a:cubicBezTo>
                <a:lnTo>
                  <a:pt x="3120190" y="619401"/>
                </a:lnTo>
                <a:cubicBezTo>
                  <a:pt x="3120021" y="619406"/>
                  <a:pt x="3119852" y="619411"/>
                  <a:pt x="3119685" y="619464"/>
                </a:cubicBezTo>
                <a:cubicBezTo>
                  <a:pt x="3069409" y="972329"/>
                  <a:pt x="2788370" y="1253106"/>
                  <a:pt x="2429519" y="1312505"/>
                </a:cubicBezTo>
                <a:lnTo>
                  <a:pt x="2429403" y="1313653"/>
                </a:lnTo>
                <a:cubicBezTo>
                  <a:pt x="2424092" y="1314664"/>
                  <a:pt x="2418763" y="1315612"/>
                  <a:pt x="2413186" y="1315193"/>
                </a:cubicBezTo>
                <a:cubicBezTo>
                  <a:pt x="2382014" y="1320747"/>
                  <a:pt x="2350134" y="1323728"/>
                  <a:pt x="2317760" y="1324255"/>
                </a:cubicBezTo>
                <a:lnTo>
                  <a:pt x="2300641" y="1325881"/>
                </a:lnTo>
                <a:lnTo>
                  <a:pt x="2300615" y="1325386"/>
                </a:lnTo>
                <a:lnTo>
                  <a:pt x="2300116" y="1325419"/>
                </a:lnTo>
                <a:cubicBezTo>
                  <a:pt x="2299550" y="1321617"/>
                  <a:pt x="2299523" y="1317801"/>
                  <a:pt x="2299523" y="1313979"/>
                </a:cubicBezTo>
                <a:close/>
                <a:moveTo>
                  <a:pt x="2299523" y="1361805"/>
                </a:moveTo>
                <a:lnTo>
                  <a:pt x="2300117" y="1350455"/>
                </a:lnTo>
                <a:lnTo>
                  <a:pt x="2300615" y="1350487"/>
                </a:lnTo>
                <a:lnTo>
                  <a:pt x="2300641" y="1349997"/>
                </a:lnTo>
                <a:lnTo>
                  <a:pt x="2317729" y="1351607"/>
                </a:lnTo>
                <a:cubicBezTo>
                  <a:pt x="2350114" y="1352130"/>
                  <a:pt x="2382007" y="1355088"/>
                  <a:pt x="2413190" y="1360601"/>
                </a:cubicBezTo>
                <a:cubicBezTo>
                  <a:pt x="2418766" y="1360185"/>
                  <a:pt x="2424094" y="1361126"/>
                  <a:pt x="2429403" y="1362128"/>
                </a:cubicBezTo>
                <a:lnTo>
                  <a:pt x="2429520" y="1363267"/>
                </a:lnTo>
                <a:cubicBezTo>
                  <a:pt x="2788370" y="1422199"/>
                  <a:pt x="3069409" y="1700770"/>
                  <a:pt x="3119686" y="2050865"/>
                </a:cubicBezTo>
                <a:cubicBezTo>
                  <a:pt x="3119853" y="2050918"/>
                  <a:pt x="3120023" y="2050923"/>
                  <a:pt x="3120191" y="2050928"/>
                </a:cubicBezTo>
                <a:lnTo>
                  <a:pt x="3120732" y="2057565"/>
                </a:lnTo>
                <a:cubicBezTo>
                  <a:pt x="3125788" y="2087572"/>
                  <a:pt x="3128238" y="2118214"/>
                  <a:pt x="3128196" y="2149296"/>
                </a:cubicBezTo>
                <a:cubicBezTo>
                  <a:pt x="3129508" y="2154882"/>
                  <a:pt x="3129566" y="2160506"/>
                  <a:pt x="3129566" y="2166144"/>
                </a:cubicBezTo>
                <a:cubicBezTo>
                  <a:pt x="3129566" y="2169936"/>
                  <a:pt x="3129539" y="2173722"/>
                  <a:pt x="3128973" y="2177494"/>
                </a:cubicBezTo>
                <a:lnTo>
                  <a:pt x="3128474" y="2177461"/>
                </a:lnTo>
                <a:lnTo>
                  <a:pt x="3128448" y="2177952"/>
                </a:lnTo>
                <a:lnTo>
                  <a:pt x="3111330" y="2176339"/>
                </a:lnTo>
                <a:cubicBezTo>
                  <a:pt x="3078956" y="2175816"/>
                  <a:pt x="3047075" y="2172858"/>
                  <a:pt x="3015903" y="2167348"/>
                </a:cubicBezTo>
                <a:cubicBezTo>
                  <a:pt x="3010326" y="2167764"/>
                  <a:pt x="3004997" y="2166823"/>
                  <a:pt x="2999687" y="2165820"/>
                </a:cubicBezTo>
                <a:lnTo>
                  <a:pt x="2999571" y="2164681"/>
                </a:lnTo>
                <a:cubicBezTo>
                  <a:pt x="2640719" y="2105749"/>
                  <a:pt x="2359680" y="1827177"/>
                  <a:pt x="2309405" y="1477083"/>
                </a:cubicBezTo>
                <a:cubicBezTo>
                  <a:pt x="2309237" y="1477030"/>
                  <a:pt x="2309069" y="1477026"/>
                  <a:pt x="2308899" y="1477021"/>
                </a:cubicBezTo>
                <a:lnTo>
                  <a:pt x="2308361" y="1470397"/>
                </a:lnTo>
                <a:cubicBezTo>
                  <a:pt x="2303302" y="1440385"/>
                  <a:pt x="2300852" y="1409736"/>
                  <a:pt x="2300894" y="1378647"/>
                </a:cubicBezTo>
                <a:cubicBezTo>
                  <a:pt x="2299582" y="1373063"/>
                  <a:pt x="2299523" y="1367441"/>
                  <a:pt x="2299523" y="1361805"/>
                </a:cubicBezTo>
                <a:close/>
                <a:moveTo>
                  <a:pt x="2299523" y="3010804"/>
                </a:moveTo>
                <a:cubicBezTo>
                  <a:pt x="2299523" y="3005122"/>
                  <a:pt x="2299582" y="2999453"/>
                  <a:pt x="2300894" y="2993823"/>
                </a:cubicBezTo>
                <a:cubicBezTo>
                  <a:pt x="2300852" y="2962495"/>
                  <a:pt x="2303301" y="2931610"/>
                  <a:pt x="2308358" y="2901366"/>
                </a:cubicBezTo>
                <a:lnTo>
                  <a:pt x="2308898" y="2894676"/>
                </a:lnTo>
                <a:cubicBezTo>
                  <a:pt x="2309067" y="2894671"/>
                  <a:pt x="2309236" y="2894666"/>
                  <a:pt x="2309404" y="2894613"/>
                </a:cubicBezTo>
                <a:cubicBezTo>
                  <a:pt x="2359680" y="2541747"/>
                  <a:pt x="2640719" y="2260970"/>
                  <a:pt x="2999570" y="2201572"/>
                </a:cubicBezTo>
                <a:lnTo>
                  <a:pt x="2999687" y="2200424"/>
                </a:lnTo>
                <a:cubicBezTo>
                  <a:pt x="3004995" y="2199414"/>
                  <a:pt x="3010323" y="2198466"/>
                  <a:pt x="3015899" y="2198885"/>
                </a:cubicBezTo>
                <a:cubicBezTo>
                  <a:pt x="3047083" y="2193328"/>
                  <a:pt x="3078975" y="2190347"/>
                  <a:pt x="3111361" y="2189820"/>
                </a:cubicBezTo>
                <a:lnTo>
                  <a:pt x="3128448" y="2188197"/>
                </a:lnTo>
                <a:lnTo>
                  <a:pt x="3128474" y="2188691"/>
                </a:lnTo>
                <a:lnTo>
                  <a:pt x="3128972" y="2188658"/>
                </a:lnTo>
                <a:lnTo>
                  <a:pt x="3129566" y="2200098"/>
                </a:lnTo>
                <a:cubicBezTo>
                  <a:pt x="3129566" y="2205779"/>
                  <a:pt x="3129508" y="2211446"/>
                  <a:pt x="3128196" y="2217074"/>
                </a:cubicBezTo>
                <a:cubicBezTo>
                  <a:pt x="3128238" y="2248409"/>
                  <a:pt x="3125787" y="2279300"/>
                  <a:pt x="3120729" y="2309550"/>
                </a:cubicBezTo>
                <a:lnTo>
                  <a:pt x="3120190" y="2316226"/>
                </a:lnTo>
                <a:cubicBezTo>
                  <a:pt x="3120021" y="2316231"/>
                  <a:pt x="3119852" y="2316236"/>
                  <a:pt x="3119685" y="2316289"/>
                </a:cubicBezTo>
                <a:cubicBezTo>
                  <a:pt x="3069409" y="2669154"/>
                  <a:pt x="2788370" y="2949931"/>
                  <a:pt x="2429519" y="3009330"/>
                </a:cubicBezTo>
                <a:lnTo>
                  <a:pt x="2429403" y="3010478"/>
                </a:lnTo>
                <a:cubicBezTo>
                  <a:pt x="2424092" y="3011489"/>
                  <a:pt x="2418763" y="3012437"/>
                  <a:pt x="2413186" y="3012018"/>
                </a:cubicBezTo>
                <a:cubicBezTo>
                  <a:pt x="2382014" y="3017572"/>
                  <a:pt x="2350134" y="3020553"/>
                  <a:pt x="2317760" y="3021080"/>
                </a:cubicBezTo>
                <a:lnTo>
                  <a:pt x="2300641" y="3022706"/>
                </a:lnTo>
                <a:lnTo>
                  <a:pt x="2300615" y="3022211"/>
                </a:lnTo>
                <a:lnTo>
                  <a:pt x="2300116" y="3022244"/>
                </a:lnTo>
                <a:cubicBezTo>
                  <a:pt x="2299550" y="3018442"/>
                  <a:pt x="2299523" y="3014626"/>
                  <a:pt x="2299523" y="3010804"/>
                </a:cubicBezTo>
                <a:close/>
                <a:moveTo>
                  <a:pt x="2299523" y="3058630"/>
                </a:moveTo>
                <a:lnTo>
                  <a:pt x="2300117" y="3047280"/>
                </a:lnTo>
                <a:lnTo>
                  <a:pt x="2300615" y="3047312"/>
                </a:lnTo>
                <a:lnTo>
                  <a:pt x="2300641" y="3046822"/>
                </a:lnTo>
                <a:lnTo>
                  <a:pt x="2317729" y="3048432"/>
                </a:lnTo>
                <a:cubicBezTo>
                  <a:pt x="2350114" y="3048955"/>
                  <a:pt x="2382007" y="3051913"/>
                  <a:pt x="2413190" y="3057426"/>
                </a:cubicBezTo>
                <a:cubicBezTo>
                  <a:pt x="2418766" y="3057010"/>
                  <a:pt x="2424094" y="3057951"/>
                  <a:pt x="2429403" y="3058953"/>
                </a:cubicBezTo>
                <a:lnTo>
                  <a:pt x="2429520" y="3060092"/>
                </a:lnTo>
                <a:cubicBezTo>
                  <a:pt x="2788370" y="3119024"/>
                  <a:pt x="3069409" y="3397595"/>
                  <a:pt x="3119686" y="3747690"/>
                </a:cubicBezTo>
                <a:cubicBezTo>
                  <a:pt x="3119853" y="3747743"/>
                  <a:pt x="3120023" y="3747748"/>
                  <a:pt x="3120191" y="3747753"/>
                </a:cubicBezTo>
                <a:lnTo>
                  <a:pt x="3120732" y="3754390"/>
                </a:lnTo>
                <a:cubicBezTo>
                  <a:pt x="3125788" y="3784397"/>
                  <a:pt x="3128238" y="3815039"/>
                  <a:pt x="3128196" y="3846121"/>
                </a:cubicBezTo>
                <a:cubicBezTo>
                  <a:pt x="3129508" y="3851707"/>
                  <a:pt x="3129566" y="3857331"/>
                  <a:pt x="3129566" y="3862969"/>
                </a:cubicBezTo>
                <a:cubicBezTo>
                  <a:pt x="3129566" y="3866761"/>
                  <a:pt x="3129539" y="3870547"/>
                  <a:pt x="3128973" y="3874319"/>
                </a:cubicBezTo>
                <a:lnTo>
                  <a:pt x="3128474" y="3874286"/>
                </a:lnTo>
                <a:lnTo>
                  <a:pt x="3128448" y="3874777"/>
                </a:lnTo>
                <a:lnTo>
                  <a:pt x="3111330" y="3873164"/>
                </a:lnTo>
                <a:cubicBezTo>
                  <a:pt x="3078956" y="3872641"/>
                  <a:pt x="3047075" y="3869683"/>
                  <a:pt x="3015903" y="3864173"/>
                </a:cubicBezTo>
                <a:cubicBezTo>
                  <a:pt x="3010326" y="3864589"/>
                  <a:pt x="3004997" y="3863648"/>
                  <a:pt x="2999687" y="3862645"/>
                </a:cubicBezTo>
                <a:lnTo>
                  <a:pt x="2999571" y="3861506"/>
                </a:lnTo>
                <a:cubicBezTo>
                  <a:pt x="2640719" y="3802574"/>
                  <a:pt x="2359680" y="3524002"/>
                  <a:pt x="2309405" y="3173908"/>
                </a:cubicBezTo>
                <a:cubicBezTo>
                  <a:pt x="2309237" y="3173856"/>
                  <a:pt x="2309069" y="3173851"/>
                  <a:pt x="2308899" y="3173846"/>
                </a:cubicBezTo>
                <a:lnTo>
                  <a:pt x="2308361" y="3167222"/>
                </a:lnTo>
                <a:cubicBezTo>
                  <a:pt x="2303302" y="3137210"/>
                  <a:pt x="2300852" y="3106561"/>
                  <a:pt x="2300894" y="3075472"/>
                </a:cubicBezTo>
                <a:cubicBezTo>
                  <a:pt x="2299582" y="3069889"/>
                  <a:pt x="2299523" y="3064266"/>
                  <a:pt x="2299523" y="3058630"/>
                </a:cubicBezTo>
                <a:close/>
                <a:moveTo>
                  <a:pt x="1601297" y="636203"/>
                </a:moveTo>
                <a:cubicBezTo>
                  <a:pt x="1654573" y="907109"/>
                  <a:pt x="1869416" y="1121906"/>
                  <a:pt x="2144606" y="1181049"/>
                </a:cubicBezTo>
                <a:cubicBezTo>
                  <a:pt x="2091331" y="910143"/>
                  <a:pt x="1876487" y="695346"/>
                  <a:pt x="1601297" y="636203"/>
                </a:cubicBezTo>
                <a:close/>
                <a:moveTo>
                  <a:pt x="1601297" y="2333028"/>
                </a:moveTo>
                <a:cubicBezTo>
                  <a:pt x="1654573" y="2603934"/>
                  <a:pt x="1869416" y="2818731"/>
                  <a:pt x="2144606" y="2877874"/>
                </a:cubicBezTo>
                <a:cubicBezTo>
                  <a:pt x="2091331" y="2606968"/>
                  <a:pt x="1876487" y="2392171"/>
                  <a:pt x="1601297" y="2333028"/>
                </a:cubicBezTo>
                <a:close/>
                <a:moveTo>
                  <a:pt x="1601295" y="2034258"/>
                </a:moveTo>
                <a:cubicBezTo>
                  <a:pt x="1876485" y="1975579"/>
                  <a:pt x="2091328" y="1762469"/>
                  <a:pt x="2144604" y="1493690"/>
                </a:cubicBezTo>
                <a:cubicBezTo>
                  <a:pt x="1869414" y="1552369"/>
                  <a:pt x="1654570" y="1765479"/>
                  <a:pt x="1601295" y="2034258"/>
                </a:cubicBezTo>
                <a:close/>
                <a:moveTo>
                  <a:pt x="1601295" y="3731083"/>
                </a:moveTo>
                <a:cubicBezTo>
                  <a:pt x="1876485" y="3672404"/>
                  <a:pt x="2091328" y="3459294"/>
                  <a:pt x="2144604" y="3190516"/>
                </a:cubicBezTo>
                <a:cubicBezTo>
                  <a:pt x="1869414" y="3249194"/>
                  <a:pt x="1654570" y="3462304"/>
                  <a:pt x="1601295" y="3731083"/>
                </a:cubicBezTo>
                <a:close/>
                <a:moveTo>
                  <a:pt x="1457930" y="503273"/>
                </a:moveTo>
                <a:lnTo>
                  <a:pt x="1458524" y="491833"/>
                </a:lnTo>
                <a:lnTo>
                  <a:pt x="1459022" y="491866"/>
                </a:lnTo>
                <a:lnTo>
                  <a:pt x="1459048" y="491372"/>
                </a:lnTo>
                <a:lnTo>
                  <a:pt x="1476135" y="492995"/>
                </a:lnTo>
                <a:cubicBezTo>
                  <a:pt x="1508521" y="493522"/>
                  <a:pt x="1540413" y="496503"/>
                  <a:pt x="1571597" y="502060"/>
                </a:cubicBezTo>
                <a:cubicBezTo>
                  <a:pt x="1577173" y="501641"/>
                  <a:pt x="1582501" y="502589"/>
                  <a:pt x="1587809" y="503599"/>
                </a:cubicBezTo>
                <a:lnTo>
                  <a:pt x="1587926" y="504747"/>
                </a:lnTo>
                <a:cubicBezTo>
                  <a:pt x="1946777" y="564145"/>
                  <a:pt x="2227816" y="844922"/>
                  <a:pt x="2278092" y="1197788"/>
                </a:cubicBezTo>
                <a:cubicBezTo>
                  <a:pt x="2278260" y="1197841"/>
                  <a:pt x="2278429" y="1197846"/>
                  <a:pt x="2278598" y="1197851"/>
                </a:cubicBezTo>
                <a:lnTo>
                  <a:pt x="2279138" y="1204541"/>
                </a:lnTo>
                <a:cubicBezTo>
                  <a:pt x="2284195" y="1234785"/>
                  <a:pt x="2286644" y="1265670"/>
                  <a:pt x="2286602" y="1296998"/>
                </a:cubicBezTo>
                <a:cubicBezTo>
                  <a:pt x="2287914" y="1302628"/>
                  <a:pt x="2287973" y="1308297"/>
                  <a:pt x="2287973" y="1313979"/>
                </a:cubicBezTo>
                <a:cubicBezTo>
                  <a:pt x="2287973" y="1317801"/>
                  <a:pt x="2287946" y="1321617"/>
                  <a:pt x="2287380" y="1325419"/>
                </a:cubicBezTo>
                <a:lnTo>
                  <a:pt x="2286881" y="1325386"/>
                </a:lnTo>
                <a:lnTo>
                  <a:pt x="2286855" y="1325881"/>
                </a:lnTo>
                <a:lnTo>
                  <a:pt x="2269736" y="1324255"/>
                </a:lnTo>
                <a:cubicBezTo>
                  <a:pt x="2237362" y="1323728"/>
                  <a:pt x="2205482" y="1320747"/>
                  <a:pt x="2174310" y="1315193"/>
                </a:cubicBezTo>
                <a:cubicBezTo>
                  <a:pt x="2168733" y="1315612"/>
                  <a:pt x="2163404" y="1314664"/>
                  <a:pt x="2158093" y="1313653"/>
                </a:cubicBezTo>
                <a:lnTo>
                  <a:pt x="2157977" y="1312505"/>
                </a:lnTo>
                <a:cubicBezTo>
                  <a:pt x="1799126" y="1253106"/>
                  <a:pt x="1518087" y="972329"/>
                  <a:pt x="1467811" y="619464"/>
                </a:cubicBezTo>
                <a:cubicBezTo>
                  <a:pt x="1467644" y="619411"/>
                  <a:pt x="1467475" y="619406"/>
                  <a:pt x="1467306" y="619401"/>
                </a:cubicBezTo>
                <a:lnTo>
                  <a:pt x="1466767" y="612725"/>
                </a:lnTo>
                <a:cubicBezTo>
                  <a:pt x="1461709" y="582475"/>
                  <a:pt x="1459258" y="551584"/>
                  <a:pt x="1459300" y="520249"/>
                </a:cubicBezTo>
                <a:cubicBezTo>
                  <a:pt x="1457988" y="514621"/>
                  <a:pt x="1457930" y="508954"/>
                  <a:pt x="1457930" y="503273"/>
                </a:cubicBezTo>
                <a:close/>
                <a:moveTo>
                  <a:pt x="1457930" y="2200098"/>
                </a:moveTo>
                <a:lnTo>
                  <a:pt x="1458524" y="2188658"/>
                </a:lnTo>
                <a:lnTo>
                  <a:pt x="1459022" y="2188691"/>
                </a:lnTo>
                <a:lnTo>
                  <a:pt x="1459048" y="2188197"/>
                </a:lnTo>
                <a:lnTo>
                  <a:pt x="1476135" y="2189820"/>
                </a:lnTo>
                <a:cubicBezTo>
                  <a:pt x="1508521" y="2190347"/>
                  <a:pt x="1540413" y="2193328"/>
                  <a:pt x="1571597" y="2198885"/>
                </a:cubicBezTo>
                <a:cubicBezTo>
                  <a:pt x="1577173" y="2198466"/>
                  <a:pt x="1582501" y="2199414"/>
                  <a:pt x="1587809" y="2200424"/>
                </a:cubicBezTo>
                <a:lnTo>
                  <a:pt x="1587926" y="2201572"/>
                </a:lnTo>
                <a:cubicBezTo>
                  <a:pt x="1946777" y="2260970"/>
                  <a:pt x="2227816" y="2541747"/>
                  <a:pt x="2278092" y="2894613"/>
                </a:cubicBezTo>
                <a:cubicBezTo>
                  <a:pt x="2278260" y="2894666"/>
                  <a:pt x="2278429" y="2894671"/>
                  <a:pt x="2278598" y="2894676"/>
                </a:cubicBezTo>
                <a:lnTo>
                  <a:pt x="2279138" y="2901366"/>
                </a:lnTo>
                <a:cubicBezTo>
                  <a:pt x="2284195" y="2931610"/>
                  <a:pt x="2286644" y="2962495"/>
                  <a:pt x="2286602" y="2993823"/>
                </a:cubicBezTo>
                <a:cubicBezTo>
                  <a:pt x="2287914" y="2999453"/>
                  <a:pt x="2287973" y="3005122"/>
                  <a:pt x="2287973" y="3010804"/>
                </a:cubicBezTo>
                <a:cubicBezTo>
                  <a:pt x="2287973" y="3014626"/>
                  <a:pt x="2287946" y="3018442"/>
                  <a:pt x="2287380" y="3022244"/>
                </a:cubicBezTo>
                <a:lnTo>
                  <a:pt x="2286881" y="3022211"/>
                </a:lnTo>
                <a:lnTo>
                  <a:pt x="2286855" y="3022706"/>
                </a:lnTo>
                <a:lnTo>
                  <a:pt x="2269736" y="3021080"/>
                </a:lnTo>
                <a:cubicBezTo>
                  <a:pt x="2237362" y="3020553"/>
                  <a:pt x="2205482" y="3017572"/>
                  <a:pt x="2174310" y="3012018"/>
                </a:cubicBezTo>
                <a:cubicBezTo>
                  <a:pt x="2168733" y="3012437"/>
                  <a:pt x="2163404" y="3011489"/>
                  <a:pt x="2158093" y="3010478"/>
                </a:cubicBezTo>
                <a:lnTo>
                  <a:pt x="2157977" y="3009330"/>
                </a:lnTo>
                <a:cubicBezTo>
                  <a:pt x="1799126" y="2949931"/>
                  <a:pt x="1518087" y="2669154"/>
                  <a:pt x="1467811" y="2316289"/>
                </a:cubicBezTo>
                <a:cubicBezTo>
                  <a:pt x="1467644" y="2316236"/>
                  <a:pt x="1467475" y="2316231"/>
                  <a:pt x="1467306" y="2316226"/>
                </a:cubicBezTo>
                <a:lnTo>
                  <a:pt x="1466767" y="2309550"/>
                </a:lnTo>
                <a:cubicBezTo>
                  <a:pt x="1461709" y="2279300"/>
                  <a:pt x="1459258" y="2248409"/>
                  <a:pt x="1459300" y="2217074"/>
                </a:cubicBezTo>
                <a:cubicBezTo>
                  <a:pt x="1457988" y="2211446"/>
                  <a:pt x="1457930" y="2205779"/>
                  <a:pt x="1457930" y="2200098"/>
                </a:cubicBezTo>
                <a:close/>
                <a:moveTo>
                  <a:pt x="1457930" y="3896923"/>
                </a:moveTo>
                <a:lnTo>
                  <a:pt x="1458524" y="3885483"/>
                </a:lnTo>
                <a:lnTo>
                  <a:pt x="1459022" y="3885516"/>
                </a:lnTo>
                <a:lnTo>
                  <a:pt x="1459048" y="3885022"/>
                </a:lnTo>
                <a:lnTo>
                  <a:pt x="1476135" y="3886645"/>
                </a:lnTo>
                <a:cubicBezTo>
                  <a:pt x="1508521" y="3887172"/>
                  <a:pt x="1540413" y="3890153"/>
                  <a:pt x="1571597" y="3895710"/>
                </a:cubicBezTo>
                <a:cubicBezTo>
                  <a:pt x="1577173" y="3895291"/>
                  <a:pt x="1582501" y="3896239"/>
                  <a:pt x="1587809" y="3897249"/>
                </a:cubicBezTo>
                <a:lnTo>
                  <a:pt x="1587926" y="3898397"/>
                </a:lnTo>
                <a:cubicBezTo>
                  <a:pt x="1821986" y="3937139"/>
                  <a:pt x="2022942" y="4070062"/>
                  <a:pt x="2148179" y="4255797"/>
                </a:cubicBezTo>
                <a:lnTo>
                  <a:pt x="2176624" y="4305008"/>
                </a:lnTo>
                <a:lnTo>
                  <a:pt x="2025574" y="4305008"/>
                </a:lnTo>
                <a:lnTo>
                  <a:pt x="1973451" y="4241205"/>
                </a:lnTo>
                <a:cubicBezTo>
                  <a:pt x="1876755" y="4136681"/>
                  <a:pt x="1747549" y="4061285"/>
                  <a:pt x="1601297" y="4029853"/>
                </a:cubicBezTo>
                <a:cubicBezTo>
                  <a:pt x="1618544" y="4117553"/>
                  <a:pt x="1652724" y="4199373"/>
                  <a:pt x="1700478" y="4271827"/>
                </a:cubicBezTo>
                <a:lnTo>
                  <a:pt x="1727160" y="4305008"/>
                </a:lnTo>
                <a:lnTo>
                  <a:pt x="1573050" y="4305008"/>
                </a:lnTo>
                <a:lnTo>
                  <a:pt x="1542929" y="4254710"/>
                </a:lnTo>
                <a:cubicBezTo>
                  <a:pt x="1505726" y="4179889"/>
                  <a:pt x="1479994" y="4098618"/>
                  <a:pt x="1467811" y="4013114"/>
                </a:cubicBezTo>
                <a:cubicBezTo>
                  <a:pt x="1467644" y="4013061"/>
                  <a:pt x="1467475" y="4013056"/>
                  <a:pt x="1467306" y="4013051"/>
                </a:cubicBezTo>
                <a:lnTo>
                  <a:pt x="1466767" y="4006375"/>
                </a:lnTo>
                <a:cubicBezTo>
                  <a:pt x="1461709" y="3976125"/>
                  <a:pt x="1459258" y="3945234"/>
                  <a:pt x="1459300" y="3913899"/>
                </a:cubicBezTo>
                <a:cubicBezTo>
                  <a:pt x="1457988" y="3908271"/>
                  <a:pt x="1457930" y="3902604"/>
                  <a:pt x="1457930" y="3896923"/>
                </a:cubicBezTo>
                <a:close/>
                <a:moveTo>
                  <a:pt x="1457928" y="469318"/>
                </a:moveTo>
                <a:cubicBezTo>
                  <a:pt x="1457928" y="463681"/>
                  <a:pt x="1457986" y="458057"/>
                  <a:pt x="1459298" y="452471"/>
                </a:cubicBezTo>
                <a:cubicBezTo>
                  <a:pt x="1459256" y="421389"/>
                  <a:pt x="1461706" y="390746"/>
                  <a:pt x="1466762" y="360740"/>
                </a:cubicBezTo>
                <a:lnTo>
                  <a:pt x="1467303" y="354103"/>
                </a:lnTo>
                <a:cubicBezTo>
                  <a:pt x="1467471" y="354098"/>
                  <a:pt x="1467641" y="354093"/>
                  <a:pt x="1467808" y="354040"/>
                </a:cubicBezTo>
                <a:cubicBezTo>
                  <a:pt x="1480960" y="262463"/>
                  <a:pt x="1509901" y="175780"/>
                  <a:pt x="1552022" y="96778"/>
                </a:cubicBezTo>
                <a:lnTo>
                  <a:pt x="1614656" y="0"/>
                </a:lnTo>
                <a:lnTo>
                  <a:pt x="1783031" y="0"/>
                </a:lnTo>
                <a:lnTo>
                  <a:pt x="1714803" y="76659"/>
                </a:lnTo>
                <a:cubicBezTo>
                  <a:pt x="1659536" y="153496"/>
                  <a:pt x="1620221" y="241952"/>
                  <a:pt x="1601295" y="337433"/>
                </a:cubicBezTo>
                <a:cubicBezTo>
                  <a:pt x="1784335" y="298404"/>
                  <a:pt x="1940676" y="191052"/>
                  <a:pt x="2040269" y="44350"/>
                </a:cubicBezTo>
                <a:lnTo>
                  <a:pt x="2062497" y="0"/>
                </a:lnTo>
                <a:lnTo>
                  <a:pt x="2211135" y="0"/>
                </a:lnTo>
                <a:lnTo>
                  <a:pt x="2159296" y="95636"/>
                </a:lnTo>
                <a:cubicBezTo>
                  <a:pt x="2035522" y="289169"/>
                  <a:pt x="1829330" y="428211"/>
                  <a:pt x="1587923" y="467856"/>
                </a:cubicBezTo>
                <a:lnTo>
                  <a:pt x="1587807" y="468995"/>
                </a:lnTo>
                <a:cubicBezTo>
                  <a:pt x="1582497" y="469998"/>
                  <a:pt x="1577168" y="470939"/>
                  <a:pt x="1571591" y="470523"/>
                </a:cubicBezTo>
                <a:cubicBezTo>
                  <a:pt x="1540419" y="476033"/>
                  <a:pt x="1508538" y="478991"/>
                  <a:pt x="1476164" y="479514"/>
                </a:cubicBezTo>
                <a:lnTo>
                  <a:pt x="1459046" y="481127"/>
                </a:lnTo>
                <a:lnTo>
                  <a:pt x="1459020" y="480636"/>
                </a:lnTo>
                <a:lnTo>
                  <a:pt x="1458521" y="480669"/>
                </a:lnTo>
                <a:cubicBezTo>
                  <a:pt x="1457955" y="476896"/>
                  <a:pt x="1457928" y="473110"/>
                  <a:pt x="1457928" y="469318"/>
                </a:cubicBezTo>
                <a:close/>
                <a:moveTo>
                  <a:pt x="1457928" y="2166144"/>
                </a:moveTo>
                <a:cubicBezTo>
                  <a:pt x="1457928" y="2160506"/>
                  <a:pt x="1457986" y="2154882"/>
                  <a:pt x="1459298" y="2149296"/>
                </a:cubicBezTo>
                <a:cubicBezTo>
                  <a:pt x="1459256" y="2118214"/>
                  <a:pt x="1461706" y="2087572"/>
                  <a:pt x="1466762" y="2057565"/>
                </a:cubicBezTo>
                <a:lnTo>
                  <a:pt x="1467303" y="2050928"/>
                </a:lnTo>
                <a:cubicBezTo>
                  <a:pt x="1467471" y="2050923"/>
                  <a:pt x="1467641" y="2050918"/>
                  <a:pt x="1467808" y="2050865"/>
                </a:cubicBezTo>
                <a:cubicBezTo>
                  <a:pt x="1518085" y="1700770"/>
                  <a:pt x="1799124" y="1422199"/>
                  <a:pt x="2157974" y="1363267"/>
                </a:cubicBezTo>
                <a:lnTo>
                  <a:pt x="2158091" y="1362128"/>
                </a:lnTo>
                <a:cubicBezTo>
                  <a:pt x="2163400" y="1361126"/>
                  <a:pt x="2168728" y="1360185"/>
                  <a:pt x="2174304" y="1360601"/>
                </a:cubicBezTo>
                <a:cubicBezTo>
                  <a:pt x="2205487" y="1355088"/>
                  <a:pt x="2237380" y="1352130"/>
                  <a:pt x="2269765" y="1351607"/>
                </a:cubicBezTo>
                <a:lnTo>
                  <a:pt x="2286853" y="1349997"/>
                </a:lnTo>
                <a:lnTo>
                  <a:pt x="2286879" y="1350487"/>
                </a:lnTo>
                <a:lnTo>
                  <a:pt x="2287377" y="1350455"/>
                </a:lnTo>
                <a:lnTo>
                  <a:pt x="2287971" y="1361805"/>
                </a:lnTo>
                <a:cubicBezTo>
                  <a:pt x="2287971" y="1367441"/>
                  <a:pt x="2287912" y="1373063"/>
                  <a:pt x="2286600" y="1378647"/>
                </a:cubicBezTo>
                <a:cubicBezTo>
                  <a:pt x="2286642" y="1409736"/>
                  <a:pt x="2284192" y="1440385"/>
                  <a:pt x="2279133" y="1470397"/>
                </a:cubicBezTo>
                <a:lnTo>
                  <a:pt x="2278595" y="1477021"/>
                </a:lnTo>
                <a:cubicBezTo>
                  <a:pt x="2278425" y="1477026"/>
                  <a:pt x="2278257" y="1477030"/>
                  <a:pt x="2278089" y="1477083"/>
                </a:cubicBezTo>
                <a:cubicBezTo>
                  <a:pt x="2227814" y="1827177"/>
                  <a:pt x="1946775" y="2105749"/>
                  <a:pt x="1587923" y="2164681"/>
                </a:cubicBezTo>
                <a:lnTo>
                  <a:pt x="1587807" y="2165820"/>
                </a:lnTo>
                <a:cubicBezTo>
                  <a:pt x="1582497" y="2166823"/>
                  <a:pt x="1577168" y="2167764"/>
                  <a:pt x="1571591" y="2167348"/>
                </a:cubicBezTo>
                <a:cubicBezTo>
                  <a:pt x="1540419" y="2172858"/>
                  <a:pt x="1508538" y="2175816"/>
                  <a:pt x="1476164" y="2176339"/>
                </a:cubicBezTo>
                <a:lnTo>
                  <a:pt x="1459046" y="2177952"/>
                </a:lnTo>
                <a:lnTo>
                  <a:pt x="1459020" y="2177461"/>
                </a:lnTo>
                <a:lnTo>
                  <a:pt x="1458521" y="2177494"/>
                </a:lnTo>
                <a:cubicBezTo>
                  <a:pt x="1457955" y="2173722"/>
                  <a:pt x="1457928" y="2169936"/>
                  <a:pt x="1457928" y="2166144"/>
                </a:cubicBezTo>
                <a:close/>
                <a:moveTo>
                  <a:pt x="1457928" y="3862969"/>
                </a:moveTo>
                <a:cubicBezTo>
                  <a:pt x="1457928" y="3857331"/>
                  <a:pt x="1457986" y="3851707"/>
                  <a:pt x="1459298" y="3846121"/>
                </a:cubicBezTo>
                <a:cubicBezTo>
                  <a:pt x="1459256" y="3815039"/>
                  <a:pt x="1461706" y="3784397"/>
                  <a:pt x="1466762" y="3754390"/>
                </a:cubicBezTo>
                <a:lnTo>
                  <a:pt x="1467303" y="3747753"/>
                </a:lnTo>
                <a:cubicBezTo>
                  <a:pt x="1467471" y="3747748"/>
                  <a:pt x="1467641" y="3747743"/>
                  <a:pt x="1467808" y="3747690"/>
                </a:cubicBezTo>
                <a:cubicBezTo>
                  <a:pt x="1518085" y="3397595"/>
                  <a:pt x="1799124" y="3119024"/>
                  <a:pt x="2157974" y="3060092"/>
                </a:cubicBezTo>
                <a:lnTo>
                  <a:pt x="2158091" y="3058953"/>
                </a:lnTo>
                <a:cubicBezTo>
                  <a:pt x="2163400" y="3057951"/>
                  <a:pt x="2168728" y="3057010"/>
                  <a:pt x="2174304" y="3057426"/>
                </a:cubicBezTo>
                <a:cubicBezTo>
                  <a:pt x="2205487" y="3051913"/>
                  <a:pt x="2237380" y="3048955"/>
                  <a:pt x="2269765" y="3048432"/>
                </a:cubicBezTo>
                <a:lnTo>
                  <a:pt x="2286853" y="3046822"/>
                </a:lnTo>
                <a:lnTo>
                  <a:pt x="2286879" y="3047312"/>
                </a:lnTo>
                <a:lnTo>
                  <a:pt x="2287377" y="3047280"/>
                </a:lnTo>
                <a:lnTo>
                  <a:pt x="2287971" y="3058630"/>
                </a:lnTo>
                <a:cubicBezTo>
                  <a:pt x="2287971" y="3064266"/>
                  <a:pt x="2287912" y="3069889"/>
                  <a:pt x="2286600" y="3075472"/>
                </a:cubicBezTo>
                <a:cubicBezTo>
                  <a:pt x="2286642" y="3106561"/>
                  <a:pt x="2284192" y="3137210"/>
                  <a:pt x="2279133" y="3167222"/>
                </a:cubicBezTo>
                <a:lnTo>
                  <a:pt x="2278595" y="3173846"/>
                </a:lnTo>
                <a:cubicBezTo>
                  <a:pt x="2278425" y="3173851"/>
                  <a:pt x="2278257" y="3173856"/>
                  <a:pt x="2278089" y="3173908"/>
                </a:cubicBezTo>
                <a:cubicBezTo>
                  <a:pt x="2227814" y="3524002"/>
                  <a:pt x="1946775" y="3802574"/>
                  <a:pt x="1587923" y="3861506"/>
                </a:cubicBezTo>
                <a:lnTo>
                  <a:pt x="1587807" y="3862645"/>
                </a:lnTo>
                <a:cubicBezTo>
                  <a:pt x="1582497" y="3863648"/>
                  <a:pt x="1577168" y="3864589"/>
                  <a:pt x="1571591" y="3864173"/>
                </a:cubicBezTo>
                <a:cubicBezTo>
                  <a:pt x="1540419" y="3869683"/>
                  <a:pt x="1508538" y="3872641"/>
                  <a:pt x="1476164" y="3873164"/>
                </a:cubicBezTo>
                <a:lnTo>
                  <a:pt x="1459046" y="3874777"/>
                </a:lnTo>
                <a:lnTo>
                  <a:pt x="1459020" y="3874286"/>
                </a:lnTo>
                <a:lnTo>
                  <a:pt x="1458521" y="3874319"/>
                </a:lnTo>
                <a:cubicBezTo>
                  <a:pt x="1457955" y="3870547"/>
                  <a:pt x="1457928" y="3866761"/>
                  <a:pt x="1457928" y="3862969"/>
                </a:cubicBezTo>
                <a:close/>
                <a:moveTo>
                  <a:pt x="750739" y="1181049"/>
                </a:moveTo>
                <a:cubicBezTo>
                  <a:pt x="1025929" y="1121906"/>
                  <a:pt x="1240772" y="907109"/>
                  <a:pt x="1294048" y="636203"/>
                </a:cubicBezTo>
                <a:cubicBezTo>
                  <a:pt x="1018858" y="695346"/>
                  <a:pt x="804014" y="910143"/>
                  <a:pt x="750739" y="1181049"/>
                </a:cubicBezTo>
                <a:close/>
                <a:moveTo>
                  <a:pt x="750739" y="1493690"/>
                </a:moveTo>
                <a:cubicBezTo>
                  <a:pt x="804015" y="1762469"/>
                  <a:pt x="1018858" y="1975579"/>
                  <a:pt x="1294048" y="2034258"/>
                </a:cubicBezTo>
                <a:cubicBezTo>
                  <a:pt x="1240773" y="1765479"/>
                  <a:pt x="1025929" y="1552369"/>
                  <a:pt x="750739" y="1493690"/>
                </a:cubicBezTo>
                <a:close/>
                <a:moveTo>
                  <a:pt x="750739" y="2877874"/>
                </a:moveTo>
                <a:cubicBezTo>
                  <a:pt x="1025929" y="2818731"/>
                  <a:pt x="1240772" y="2603934"/>
                  <a:pt x="1294048" y="2333028"/>
                </a:cubicBezTo>
                <a:cubicBezTo>
                  <a:pt x="1018858" y="2392171"/>
                  <a:pt x="804014" y="2606968"/>
                  <a:pt x="750739" y="2877874"/>
                </a:cubicBezTo>
                <a:close/>
                <a:moveTo>
                  <a:pt x="750739" y="3190516"/>
                </a:moveTo>
                <a:cubicBezTo>
                  <a:pt x="804015" y="3459294"/>
                  <a:pt x="1018858" y="3672404"/>
                  <a:pt x="1294048" y="3731083"/>
                </a:cubicBezTo>
                <a:cubicBezTo>
                  <a:pt x="1240773" y="3462304"/>
                  <a:pt x="1025929" y="3249194"/>
                  <a:pt x="750739" y="3190516"/>
                </a:cubicBezTo>
                <a:close/>
                <a:moveTo>
                  <a:pt x="718720" y="4305008"/>
                </a:moveTo>
                <a:lnTo>
                  <a:pt x="747165" y="4255797"/>
                </a:lnTo>
                <a:cubicBezTo>
                  <a:pt x="872402" y="4070062"/>
                  <a:pt x="1073359" y="3937139"/>
                  <a:pt x="1307418" y="3898397"/>
                </a:cubicBezTo>
                <a:lnTo>
                  <a:pt x="1307535" y="3897249"/>
                </a:lnTo>
                <a:cubicBezTo>
                  <a:pt x="1312844" y="3896239"/>
                  <a:pt x="1318172" y="3895291"/>
                  <a:pt x="1323748" y="3895710"/>
                </a:cubicBezTo>
                <a:cubicBezTo>
                  <a:pt x="1354931" y="3890153"/>
                  <a:pt x="1386824" y="3887172"/>
                  <a:pt x="1419209" y="3886645"/>
                </a:cubicBezTo>
                <a:lnTo>
                  <a:pt x="1436297" y="3885022"/>
                </a:lnTo>
                <a:lnTo>
                  <a:pt x="1436323" y="3885516"/>
                </a:lnTo>
                <a:lnTo>
                  <a:pt x="1436821" y="3885483"/>
                </a:lnTo>
                <a:lnTo>
                  <a:pt x="1437415" y="3896923"/>
                </a:lnTo>
                <a:cubicBezTo>
                  <a:pt x="1437415" y="3902604"/>
                  <a:pt x="1437356" y="3908271"/>
                  <a:pt x="1436044" y="3913899"/>
                </a:cubicBezTo>
                <a:cubicBezTo>
                  <a:pt x="1436086" y="3945234"/>
                  <a:pt x="1433636" y="3976125"/>
                  <a:pt x="1428577" y="4006375"/>
                </a:cubicBezTo>
                <a:lnTo>
                  <a:pt x="1428039" y="4013051"/>
                </a:lnTo>
                <a:cubicBezTo>
                  <a:pt x="1427869" y="4013056"/>
                  <a:pt x="1427701" y="4013061"/>
                  <a:pt x="1427533" y="4013114"/>
                </a:cubicBezTo>
                <a:cubicBezTo>
                  <a:pt x="1415351" y="4098618"/>
                  <a:pt x="1389619" y="4179889"/>
                  <a:pt x="1352416" y="4254710"/>
                </a:cubicBezTo>
                <a:lnTo>
                  <a:pt x="1322295" y="4305008"/>
                </a:lnTo>
                <a:lnTo>
                  <a:pt x="1168185" y="4305008"/>
                </a:lnTo>
                <a:lnTo>
                  <a:pt x="1194867" y="4271827"/>
                </a:lnTo>
                <a:cubicBezTo>
                  <a:pt x="1242622" y="4199373"/>
                  <a:pt x="1276801" y="4117553"/>
                  <a:pt x="1294048" y="4029853"/>
                </a:cubicBezTo>
                <a:cubicBezTo>
                  <a:pt x="1147796" y="4061285"/>
                  <a:pt x="1018589" y="4136681"/>
                  <a:pt x="921894" y="4241205"/>
                </a:cubicBezTo>
                <a:lnTo>
                  <a:pt x="869771" y="4305008"/>
                </a:lnTo>
                <a:close/>
                <a:moveTo>
                  <a:pt x="684209" y="0"/>
                </a:moveTo>
                <a:lnTo>
                  <a:pt x="832847" y="0"/>
                </a:lnTo>
                <a:lnTo>
                  <a:pt x="855075" y="44350"/>
                </a:lnTo>
                <a:cubicBezTo>
                  <a:pt x="954668" y="191053"/>
                  <a:pt x="1111009" y="298404"/>
                  <a:pt x="1294048" y="337433"/>
                </a:cubicBezTo>
                <a:cubicBezTo>
                  <a:pt x="1275123" y="241952"/>
                  <a:pt x="1235808" y="153496"/>
                  <a:pt x="1180541" y="76659"/>
                </a:cubicBezTo>
                <a:lnTo>
                  <a:pt x="1112313" y="0"/>
                </a:lnTo>
                <a:lnTo>
                  <a:pt x="1280688" y="0"/>
                </a:lnTo>
                <a:lnTo>
                  <a:pt x="1343322" y="96778"/>
                </a:lnTo>
                <a:cubicBezTo>
                  <a:pt x="1385443" y="175780"/>
                  <a:pt x="1414383" y="262463"/>
                  <a:pt x="1427534" y="354040"/>
                </a:cubicBezTo>
                <a:cubicBezTo>
                  <a:pt x="1427702" y="354093"/>
                  <a:pt x="1427871" y="354098"/>
                  <a:pt x="1428040" y="354102"/>
                </a:cubicBezTo>
                <a:lnTo>
                  <a:pt x="1428580" y="360740"/>
                </a:lnTo>
                <a:cubicBezTo>
                  <a:pt x="1433637" y="390746"/>
                  <a:pt x="1436086" y="421389"/>
                  <a:pt x="1436044" y="452471"/>
                </a:cubicBezTo>
                <a:cubicBezTo>
                  <a:pt x="1437356" y="458057"/>
                  <a:pt x="1437415" y="463681"/>
                  <a:pt x="1437415" y="469318"/>
                </a:cubicBezTo>
                <a:cubicBezTo>
                  <a:pt x="1437415" y="473111"/>
                  <a:pt x="1437388" y="476896"/>
                  <a:pt x="1436822" y="480669"/>
                </a:cubicBezTo>
                <a:lnTo>
                  <a:pt x="1436323" y="480636"/>
                </a:lnTo>
                <a:lnTo>
                  <a:pt x="1436297" y="481127"/>
                </a:lnTo>
                <a:lnTo>
                  <a:pt x="1419178" y="479514"/>
                </a:lnTo>
                <a:cubicBezTo>
                  <a:pt x="1386804" y="478991"/>
                  <a:pt x="1354924" y="476033"/>
                  <a:pt x="1323752" y="470523"/>
                </a:cubicBezTo>
                <a:cubicBezTo>
                  <a:pt x="1318175" y="470939"/>
                  <a:pt x="1312846" y="469998"/>
                  <a:pt x="1307535" y="468995"/>
                </a:cubicBezTo>
                <a:lnTo>
                  <a:pt x="1307419" y="467856"/>
                </a:lnTo>
                <a:cubicBezTo>
                  <a:pt x="1066014" y="428211"/>
                  <a:pt x="859822" y="289169"/>
                  <a:pt x="736048" y="95636"/>
                </a:cubicBezTo>
                <a:close/>
                <a:moveTo>
                  <a:pt x="607372" y="1313979"/>
                </a:moveTo>
                <a:cubicBezTo>
                  <a:pt x="607372" y="1308297"/>
                  <a:pt x="607430" y="1302628"/>
                  <a:pt x="608742" y="1296998"/>
                </a:cubicBezTo>
                <a:cubicBezTo>
                  <a:pt x="608700" y="1265670"/>
                  <a:pt x="611150" y="1234785"/>
                  <a:pt x="616206" y="1204541"/>
                </a:cubicBezTo>
                <a:lnTo>
                  <a:pt x="616747" y="1197851"/>
                </a:lnTo>
                <a:cubicBezTo>
                  <a:pt x="616915" y="1197846"/>
                  <a:pt x="617085" y="1197841"/>
                  <a:pt x="617252" y="1197788"/>
                </a:cubicBezTo>
                <a:cubicBezTo>
                  <a:pt x="667529" y="844922"/>
                  <a:pt x="948568" y="564145"/>
                  <a:pt x="1307418" y="504747"/>
                </a:cubicBezTo>
                <a:lnTo>
                  <a:pt x="1307535" y="503599"/>
                </a:lnTo>
                <a:cubicBezTo>
                  <a:pt x="1312844" y="502589"/>
                  <a:pt x="1318172" y="501641"/>
                  <a:pt x="1323748" y="502060"/>
                </a:cubicBezTo>
                <a:cubicBezTo>
                  <a:pt x="1354931" y="496503"/>
                  <a:pt x="1386824" y="493522"/>
                  <a:pt x="1419209" y="492995"/>
                </a:cubicBezTo>
                <a:lnTo>
                  <a:pt x="1436297" y="491372"/>
                </a:lnTo>
                <a:lnTo>
                  <a:pt x="1436323" y="491866"/>
                </a:lnTo>
                <a:lnTo>
                  <a:pt x="1436821" y="491833"/>
                </a:lnTo>
                <a:lnTo>
                  <a:pt x="1437415" y="503273"/>
                </a:lnTo>
                <a:cubicBezTo>
                  <a:pt x="1437415" y="508954"/>
                  <a:pt x="1437356" y="514621"/>
                  <a:pt x="1436044" y="520249"/>
                </a:cubicBezTo>
                <a:cubicBezTo>
                  <a:pt x="1436086" y="551584"/>
                  <a:pt x="1433636" y="582475"/>
                  <a:pt x="1428577" y="612725"/>
                </a:cubicBezTo>
                <a:lnTo>
                  <a:pt x="1428039" y="619401"/>
                </a:lnTo>
                <a:cubicBezTo>
                  <a:pt x="1427869" y="619406"/>
                  <a:pt x="1427701" y="619411"/>
                  <a:pt x="1427533" y="619464"/>
                </a:cubicBezTo>
                <a:cubicBezTo>
                  <a:pt x="1377258" y="972329"/>
                  <a:pt x="1096219" y="1253106"/>
                  <a:pt x="737367" y="1312505"/>
                </a:cubicBezTo>
                <a:lnTo>
                  <a:pt x="737251" y="1313653"/>
                </a:lnTo>
                <a:cubicBezTo>
                  <a:pt x="731941" y="1314664"/>
                  <a:pt x="726612" y="1315612"/>
                  <a:pt x="721035" y="1315193"/>
                </a:cubicBezTo>
                <a:cubicBezTo>
                  <a:pt x="689863" y="1320747"/>
                  <a:pt x="657982" y="1323728"/>
                  <a:pt x="625608" y="1324255"/>
                </a:cubicBezTo>
                <a:lnTo>
                  <a:pt x="608490" y="1325881"/>
                </a:lnTo>
                <a:lnTo>
                  <a:pt x="608464" y="1325386"/>
                </a:lnTo>
                <a:lnTo>
                  <a:pt x="607965" y="1325419"/>
                </a:lnTo>
                <a:cubicBezTo>
                  <a:pt x="607399" y="1321617"/>
                  <a:pt x="607372" y="1317801"/>
                  <a:pt x="607372" y="1313979"/>
                </a:cubicBezTo>
                <a:close/>
                <a:moveTo>
                  <a:pt x="607372" y="1361805"/>
                </a:moveTo>
                <a:lnTo>
                  <a:pt x="607966" y="1350455"/>
                </a:lnTo>
                <a:lnTo>
                  <a:pt x="608464" y="1350487"/>
                </a:lnTo>
                <a:lnTo>
                  <a:pt x="608490" y="1349997"/>
                </a:lnTo>
                <a:lnTo>
                  <a:pt x="625577" y="1351607"/>
                </a:lnTo>
                <a:cubicBezTo>
                  <a:pt x="657963" y="1352130"/>
                  <a:pt x="689855" y="1355088"/>
                  <a:pt x="721039" y="1360601"/>
                </a:cubicBezTo>
                <a:cubicBezTo>
                  <a:pt x="726615" y="1360185"/>
                  <a:pt x="731943" y="1361126"/>
                  <a:pt x="737251" y="1362128"/>
                </a:cubicBezTo>
                <a:lnTo>
                  <a:pt x="737368" y="1363267"/>
                </a:lnTo>
                <a:cubicBezTo>
                  <a:pt x="1096219" y="1422199"/>
                  <a:pt x="1377258" y="1700770"/>
                  <a:pt x="1427534" y="2050865"/>
                </a:cubicBezTo>
                <a:cubicBezTo>
                  <a:pt x="1427702" y="2050918"/>
                  <a:pt x="1427871" y="2050923"/>
                  <a:pt x="1428040" y="2050928"/>
                </a:cubicBezTo>
                <a:lnTo>
                  <a:pt x="1428580" y="2057565"/>
                </a:lnTo>
                <a:cubicBezTo>
                  <a:pt x="1433637" y="2087572"/>
                  <a:pt x="1436086" y="2118214"/>
                  <a:pt x="1436044" y="2149296"/>
                </a:cubicBezTo>
                <a:cubicBezTo>
                  <a:pt x="1437356" y="2154882"/>
                  <a:pt x="1437415" y="2160506"/>
                  <a:pt x="1437415" y="2166144"/>
                </a:cubicBezTo>
                <a:cubicBezTo>
                  <a:pt x="1437415" y="2169936"/>
                  <a:pt x="1437388" y="2173722"/>
                  <a:pt x="1436822" y="2177494"/>
                </a:cubicBezTo>
                <a:lnTo>
                  <a:pt x="1436323" y="2177461"/>
                </a:lnTo>
                <a:lnTo>
                  <a:pt x="1436297" y="2177952"/>
                </a:lnTo>
                <a:lnTo>
                  <a:pt x="1419178" y="2176339"/>
                </a:lnTo>
                <a:cubicBezTo>
                  <a:pt x="1386804" y="2175816"/>
                  <a:pt x="1354924" y="2172858"/>
                  <a:pt x="1323752" y="2167348"/>
                </a:cubicBezTo>
                <a:cubicBezTo>
                  <a:pt x="1318175" y="2167764"/>
                  <a:pt x="1312846" y="2166823"/>
                  <a:pt x="1307535" y="2165820"/>
                </a:cubicBezTo>
                <a:lnTo>
                  <a:pt x="1307419" y="2164681"/>
                </a:lnTo>
                <a:cubicBezTo>
                  <a:pt x="948568" y="2105749"/>
                  <a:pt x="667529" y="1827177"/>
                  <a:pt x="617253" y="1477083"/>
                </a:cubicBezTo>
                <a:cubicBezTo>
                  <a:pt x="617086" y="1477030"/>
                  <a:pt x="616917" y="1477026"/>
                  <a:pt x="616748" y="1477021"/>
                </a:cubicBezTo>
                <a:lnTo>
                  <a:pt x="616209" y="1470397"/>
                </a:lnTo>
                <a:cubicBezTo>
                  <a:pt x="611151" y="1440385"/>
                  <a:pt x="608700" y="1409736"/>
                  <a:pt x="608742" y="1378647"/>
                </a:cubicBezTo>
                <a:cubicBezTo>
                  <a:pt x="607430" y="1373063"/>
                  <a:pt x="607372" y="1367441"/>
                  <a:pt x="607372" y="1361805"/>
                </a:cubicBezTo>
                <a:close/>
                <a:moveTo>
                  <a:pt x="607372" y="3010804"/>
                </a:moveTo>
                <a:cubicBezTo>
                  <a:pt x="607372" y="3005122"/>
                  <a:pt x="607430" y="2999453"/>
                  <a:pt x="608742" y="2993823"/>
                </a:cubicBezTo>
                <a:cubicBezTo>
                  <a:pt x="608700" y="2962495"/>
                  <a:pt x="611150" y="2931610"/>
                  <a:pt x="616206" y="2901366"/>
                </a:cubicBezTo>
                <a:lnTo>
                  <a:pt x="616747" y="2894676"/>
                </a:lnTo>
                <a:cubicBezTo>
                  <a:pt x="616915" y="2894671"/>
                  <a:pt x="617085" y="2894666"/>
                  <a:pt x="617252" y="2894613"/>
                </a:cubicBezTo>
                <a:cubicBezTo>
                  <a:pt x="667529" y="2541747"/>
                  <a:pt x="948568" y="2260970"/>
                  <a:pt x="1307418" y="2201572"/>
                </a:cubicBezTo>
                <a:lnTo>
                  <a:pt x="1307535" y="2200424"/>
                </a:lnTo>
                <a:cubicBezTo>
                  <a:pt x="1312844" y="2199414"/>
                  <a:pt x="1318172" y="2198466"/>
                  <a:pt x="1323748" y="2198885"/>
                </a:cubicBezTo>
                <a:cubicBezTo>
                  <a:pt x="1354931" y="2193328"/>
                  <a:pt x="1386824" y="2190347"/>
                  <a:pt x="1419209" y="2189820"/>
                </a:cubicBezTo>
                <a:lnTo>
                  <a:pt x="1436297" y="2188197"/>
                </a:lnTo>
                <a:lnTo>
                  <a:pt x="1436323" y="2188691"/>
                </a:lnTo>
                <a:lnTo>
                  <a:pt x="1436821" y="2188658"/>
                </a:lnTo>
                <a:lnTo>
                  <a:pt x="1437415" y="2200098"/>
                </a:lnTo>
                <a:cubicBezTo>
                  <a:pt x="1437415" y="2205779"/>
                  <a:pt x="1437356" y="2211446"/>
                  <a:pt x="1436044" y="2217074"/>
                </a:cubicBezTo>
                <a:cubicBezTo>
                  <a:pt x="1436086" y="2248409"/>
                  <a:pt x="1433636" y="2279300"/>
                  <a:pt x="1428577" y="2309550"/>
                </a:cubicBezTo>
                <a:lnTo>
                  <a:pt x="1428039" y="2316226"/>
                </a:lnTo>
                <a:cubicBezTo>
                  <a:pt x="1427869" y="2316231"/>
                  <a:pt x="1427701" y="2316236"/>
                  <a:pt x="1427533" y="2316289"/>
                </a:cubicBezTo>
                <a:cubicBezTo>
                  <a:pt x="1377258" y="2669154"/>
                  <a:pt x="1096219" y="2949931"/>
                  <a:pt x="737367" y="3009330"/>
                </a:cubicBezTo>
                <a:lnTo>
                  <a:pt x="737251" y="3010478"/>
                </a:lnTo>
                <a:cubicBezTo>
                  <a:pt x="731941" y="3011489"/>
                  <a:pt x="726612" y="3012437"/>
                  <a:pt x="721035" y="3012018"/>
                </a:cubicBezTo>
                <a:cubicBezTo>
                  <a:pt x="689863" y="3017572"/>
                  <a:pt x="657982" y="3020553"/>
                  <a:pt x="625608" y="3021080"/>
                </a:cubicBezTo>
                <a:lnTo>
                  <a:pt x="608490" y="3022706"/>
                </a:lnTo>
                <a:lnTo>
                  <a:pt x="608464" y="3022211"/>
                </a:lnTo>
                <a:lnTo>
                  <a:pt x="607965" y="3022244"/>
                </a:lnTo>
                <a:cubicBezTo>
                  <a:pt x="607399" y="3018442"/>
                  <a:pt x="607372" y="3014626"/>
                  <a:pt x="607372" y="3010804"/>
                </a:cubicBezTo>
                <a:close/>
                <a:moveTo>
                  <a:pt x="607372" y="3058630"/>
                </a:moveTo>
                <a:lnTo>
                  <a:pt x="607966" y="3047280"/>
                </a:lnTo>
                <a:lnTo>
                  <a:pt x="608464" y="3047312"/>
                </a:lnTo>
                <a:lnTo>
                  <a:pt x="608490" y="3046822"/>
                </a:lnTo>
                <a:lnTo>
                  <a:pt x="625577" y="3048432"/>
                </a:lnTo>
                <a:cubicBezTo>
                  <a:pt x="657963" y="3048955"/>
                  <a:pt x="689855" y="3051913"/>
                  <a:pt x="721039" y="3057426"/>
                </a:cubicBezTo>
                <a:cubicBezTo>
                  <a:pt x="726615" y="3057010"/>
                  <a:pt x="731943" y="3057951"/>
                  <a:pt x="737251" y="3058953"/>
                </a:cubicBezTo>
                <a:lnTo>
                  <a:pt x="737368" y="3060092"/>
                </a:lnTo>
                <a:cubicBezTo>
                  <a:pt x="1096219" y="3119024"/>
                  <a:pt x="1377258" y="3397595"/>
                  <a:pt x="1427534" y="3747690"/>
                </a:cubicBezTo>
                <a:cubicBezTo>
                  <a:pt x="1427702" y="3747743"/>
                  <a:pt x="1427871" y="3747748"/>
                  <a:pt x="1428040" y="3747753"/>
                </a:cubicBezTo>
                <a:lnTo>
                  <a:pt x="1428580" y="3754390"/>
                </a:lnTo>
                <a:cubicBezTo>
                  <a:pt x="1433637" y="3784397"/>
                  <a:pt x="1436086" y="3815039"/>
                  <a:pt x="1436044" y="3846121"/>
                </a:cubicBezTo>
                <a:cubicBezTo>
                  <a:pt x="1437356" y="3851707"/>
                  <a:pt x="1437415" y="3857331"/>
                  <a:pt x="1437415" y="3862969"/>
                </a:cubicBezTo>
                <a:cubicBezTo>
                  <a:pt x="1437415" y="3866761"/>
                  <a:pt x="1437388" y="3870547"/>
                  <a:pt x="1436822" y="3874319"/>
                </a:cubicBezTo>
                <a:lnTo>
                  <a:pt x="1436323" y="3874286"/>
                </a:lnTo>
                <a:lnTo>
                  <a:pt x="1436297" y="3874777"/>
                </a:lnTo>
                <a:lnTo>
                  <a:pt x="1419178" y="3873164"/>
                </a:lnTo>
                <a:cubicBezTo>
                  <a:pt x="1386804" y="3872641"/>
                  <a:pt x="1354924" y="3869683"/>
                  <a:pt x="1323752" y="3864173"/>
                </a:cubicBezTo>
                <a:cubicBezTo>
                  <a:pt x="1318175" y="3864589"/>
                  <a:pt x="1312846" y="3863648"/>
                  <a:pt x="1307535" y="3862645"/>
                </a:cubicBezTo>
                <a:lnTo>
                  <a:pt x="1307419" y="3861506"/>
                </a:lnTo>
                <a:cubicBezTo>
                  <a:pt x="948568" y="3802574"/>
                  <a:pt x="667529" y="3524002"/>
                  <a:pt x="617253" y="3173908"/>
                </a:cubicBezTo>
                <a:cubicBezTo>
                  <a:pt x="617086" y="3173856"/>
                  <a:pt x="616917" y="3173851"/>
                  <a:pt x="616748" y="3173846"/>
                </a:cubicBezTo>
                <a:lnTo>
                  <a:pt x="616209" y="3167222"/>
                </a:lnTo>
                <a:cubicBezTo>
                  <a:pt x="611151" y="3137210"/>
                  <a:pt x="608700" y="3106561"/>
                  <a:pt x="608742" y="3075472"/>
                </a:cubicBezTo>
                <a:cubicBezTo>
                  <a:pt x="607430" y="3069889"/>
                  <a:pt x="607372" y="3064266"/>
                  <a:pt x="607372" y="3058630"/>
                </a:cubicBezTo>
                <a:close/>
                <a:moveTo>
                  <a:pt x="0" y="116373"/>
                </a:moveTo>
                <a:lnTo>
                  <a:pt x="0" y="0"/>
                </a:lnTo>
                <a:lnTo>
                  <a:pt x="90880" y="0"/>
                </a:lnTo>
                <a:lnTo>
                  <a:pt x="22652" y="76659"/>
                </a:lnTo>
                <a:close/>
                <a:moveTo>
                  <a:pt x="0" y="443121"/>
                </a:moveTo>
                <a:lnTo>
                  <a:pt x="0" y="311637"/>
                </a:lnTo>
                <a:lnTo>
                  <a:pt x="82171" y="276703"/>
                </a:lnTo>
                <a:cubicBezTo>
                  <a:pt x="190106" y="222464"/>
                  <a:pt x="281723" y="142152"/>
                  <a:pt x="348118" y="44350"/>
                </a:cubicBezTo>
                <a:lnTo>
                  <a:pt x="370347" y="0"/>
                </a:lnTo>
                <a:lnTo>
                  <a:pt x="518984" y="0"/>
                </a:lnTo>
                <a:lnTo>
                  <a:pt x="467145" y="95636"/>
                </a:lnTo>
                <a:cubicBezTo>
                  <a:pt x="364000" y="256913"/>
                  <a:pt x="203621" y="380350"/>
                  <a:pt x="13323" y="439959"/>
                </a:cubicBezTo>
                <a:close/>
                <a:moveTo>
                  <a:pt x="0" y="1070142"/>
                </a:moveTo>
                <a:lnTo>
                  <a:pt x="0" y="862064"/>
                </a:lnTo>
                <a:lnTo>
                  <a:pt x="31905" y="912052"/>
                </a:lnTo>
                <a:cubicBezTo>
                  <a:pt x="132041" y="1046318"/>
                  <a:pt x="280461" y="1144085"/>
                  <a:pt x="452455" y="1181049"/>
                </a:cubicBezTo>
                <a:cubicBezTo>
                  <a:pt x="405840" y="944006"/>
                  <a:pt x="235523" y="749922"/>
                  <a:pt x="9316" y="665484"/>
                </a:cubicBezTo>
                <a:lnTo>
                  <a:pt x="0" y="662760"/>
                </a:lnTo>
                <a:lnTo>
                  <a:pt x="0" y="530567"/>
                </a:lnTo>
                <a:lnTo>
                  <a:pt x="26399" y="537107"/>
                </a:lnTo>
                <a:cubicBezTo>
                  <a:pt x="321280" y="635466"/>
                  <a:pt x="541950" y="889030"/>
                  <a:pt x="585941" y="1197788"/>
                </a:cubicBezTo>
                <a:cubicBezTo>
                  <a:pt x="586109" y="1197841"/>
                  <a:pt x="586278" y="1197846"/>
                  <a:pt x="586447" y="1197851"/>
                </a:cubicBezTo>
                <a:lnTo>
                  <a:pt x="586987" y="1204541"/>
                </a:lnTo>
                <a:cubicBezTo>
                  <a:pt x="592044" y="1234785"/>
                  <a:pt x="594493" y="1265670"/>
                  <a:pt x="594451" y="1296998"/>
                </a:cubicBezTo>
                <a:cubicBezTo>
                  <a:pt x="595763" y="1302628"/>
                  <a:pt x="595822" y="1308297"/>
                  <a:pt x="595822" y="1313979"/>
                </a:cubicBezTo>
                <a:cubicBezTo>
                  <a:pt x="595822" y="1317801"/>
                  <a:pt x="595795" y="1321617"/>
                  <a:pt x="595229" y="1325419"/>
                </a:cubicBezTo>
                <a:lnTo>
                  <a:pt x="594730" y="1325386"/>
                </a:lnTo>
                <a:lnTo>
                  <a:pt x="594704" y="1325881"/>
                </a:lnTo>
                <a:lnTo>
                  <a:pt x="577585" y="1324255"/>
                </a:lnTo>
                <a:cubicBezTo>
                  <a:pt x="545211" y="1323728"/>
                  <a:pt x="513331" y="1320747"/>
                  <a:pt x="482159" y="1315193"/>
                </a:cubicBezTo>
                <a:cubicBezTo>
                  <a:pt x="476582" y="1315612"/>
                  <a:pt x="471253" y="1314664"/>
                  <a:pt x="465942" y="1313653"/>
                </a:cubicBezTo>
                <a:lnTo>
                  <a:pt x="465826" y="1312505"/>
                </a:lnTo>
                <a:cubicBezTo>
                  <a:pt x="286401" y="1282806"/>
                  <a:pt x="126428" y="1197762"/>
                  <a:pt x="5028" y="1076034"/>
                </a:cubicBezTo>
                <a:close/>
                <a:moveTo>
                  <a:pt x="0" y="2139063"/>
                </a:moveTo>
                <a:lnTo>
                  <a:pt x="0" y="2007909"/>
                </a:lnTo>
                <a:lnTo>
                  <a:pt x="9314" y="2005207"/>
                </a:lnTo>
                <a:cubicBezTo>
                  <a:pt x="235521" y="1921432"/>
                  <a:pt x="405837" y="1728872"/>
                  <a:pt x="452453" y="1493690"/>
                </a:cubicBezTo>
                <a:cubicBezTo>
                  <a:pt x="280459" y="1530364"/>
                  <a:pt x="132038" y="1627363"/>
                  <a:pt x="31903" y="1760575"/>
                </a:cubicBezTo>
                <a:lnTo>
                  <a:pt x="0" y="1810167"/>
                </a:lnTo>
                <a:lnTo>
                  <a:pt x="0" y="1603724"/>
                </a:lnTo>
                <a:lnTo>
                  <a:pt x="5025" y="1597880"/>
                </a:lnTo>
                <a:cubicBezTo>
                  <a:pt x="126426" y="1477109"/>
                  <a:pt x="286398" y="1392733"/>
                  <a:pt x="465823" y="1363267"/>
                </a:cubicBezTo>
                <a:lnTo>
                  <a:pt x="465940" y="1362128"/>
                </a:lnTo>
                <a:cubicBezTo>
                  <a:pt x="471249" y="1361126"/>
                  <a:pt x="476577" y="1360185"/>
                  <a:pt x="482153" y="1360601"/>
                </a:cubicBezTo>
                <a:cubicBezTo>
                  <a:pt x="513336" y="1355088"/>
                  <a:pt x="545229" y="1352130"/>
                  <a:pt x="577614" y="1351607"/>
                </a:cubicBezTo>
                <a:lnTo>
                  <a:pt x="594702" y="1349997"/>
                </a:lnTo>
                <a:lnTo>
                  <a:pt x="594728" y="1350487"/>
                </a:lnTo>
                <a:lnTo>
                  <a:pt x="595226" y="1350455"/>
                </a:lnTo>
                <a:lnTo>
                  <a:pt x="595820" y="1361805"/>
                </a:lnTo>
                <a:cubicBezTo>
                  <a:pt x="595820" y="1367441"/>
                  <a:pt x="595761" y="1373063"/>
                  <a:pt x="594449" y="1378647"/>
                </a:cubicBezTo>
                <a:cubicBezTo>
                  <a:pt x="594491" y="1409736"/>
                  <a:pt x="592041" y="1440385"/>
                  <a:pt x="586982" y="1470397"/>
                </a:cubicBezTo>
                <a:lnTo>
                  <a:pt x="586444" y="1477021"/>
                </a:lnTo>
                <a:cubicBezTo>
                  <a:pt x="586274" y="1477026"/>
                  <a:pt x="586106" y="1477030"/>
                  <a:pt x="585938" y="1477083"/>
                </a:cubicBezTo>
                <a:cubicBezTo>
                  <a:pt x="541948" y="1783415"/>
                  <a:pt x="321278" y="2034989"/>
                  <a:pt x="26396" y="2132575"/>
                </a:cubicBezTo>
                <a:close/>
                <a:moveTo>
                  <a:pt x="0" y="2766967"/>
                </a:moveTo>
                <a:lnTo>
                  <a:pt x="0" y="2558889"/>
                </a:lnTo>
                <a:lnTo>
                  <a:pt x="31905" y="2608877"/>
                </a:lnTo>
                <a:cubicBezTo>
                  <a:pt x="132041" y="2743143"/>
                  <a:pt x="280461" y="2840910"/>
                  <a:pt x="452455" y="2877874"/>
                </a:cubicBezTo>
                <a:cubicBezTo>
                  <a:pt x="405840" y="2640831"/>
                  <a:pt x="235523" y="2446747"/>
                  <a:pt x="9316" y="2362309"/>
                </a:cubicBezTo>
                <a:lnTo>
                  <a:pt x="0" y="2359585"/>
                </a:lnTo>
                <a:lnTo>
                  <a:pt x="0" y="2227392"/>
                </a:lnTo>
                <a:lnTo>
                  <a:pt x="26399" y="2233932"/>
                </a:lnTo>
                <a:cubicBezTo>
                  <a:pt x="321280" y="2332291"/>
                  <a:pt x="541950" y="2585855"/>
                  <a:pt x="585941" y="2894613"/>
                </a:cubicBezTo>
                <a:cubicBezTo>
                  <a:pt x="586109" y="2894666"/>
                  <a:pt x="586278" y="2894671"/>
                  <a:pt x="586447" y="2894676"/>
                </a:cubicBezTo>
                <a:lnTo>
                  <a:pt x="586987" y="2901366"/>
                </a:lnTo>
                <a:cubicBezTo>
                  <a:pt x="592044" y="2931610"/>
                  <a:pt x="594493" y="2962495"/>
                  <a:pt x="594451" y="2993823"/>
                </a:cubicBezTo>
                <a:cubicBezTo>
                  <a:pt x="595763" y="2999453"/>
                  <a:pt x="595822" y="3005122"/>
                  <a:pt x="595822" y="3010804"/>
                </a:cubicBezTo>
                <a:cubicBezTo>
                  <a:pt x="595822" y="3014626"/>
                  <a:pt x="595795" y="3018442"/>
                  <a:pt x="595229" y="3022244"/>
                </a:cubicBezTo>
                <a:lnTo>
                  <a:pt x="594730" y="3022211"/>
                </a:lnTo>
                <a:lnTo>
                  <a:pt x="594704" y="3022706"/>
                </a:lnTo>
                <a:lnTo>
                  <a:pt x="577585" y="3021080"/>
                </a:lnTo>
                <a:cubicBezTo>
                  <a:pt x="545211" y="3020553"/>
                  <a:pt x="513331" y="3017572"/>
                  <a:pt x="482159" y="3012018"/>
                </a:cubicBezTo>
                <a:cubicBezTo>
                  <a:pt x="476582" y="3012437"/>
                  <a:pt x="471253" y="3011489"/>
                  <a:pt x="465942" y="3010478"/>
                </a:cubicBezTo>
                <a:lnTo>
                  <a:pt x="465826" y="3009330"/>
                </a:lnTo>
                <a:cubicBezTo>
                  <a:pt x="286401" y="2979630"/>
                  <a:pt x="126428" y="2894586"/>
                  <a:pt x="5028" y="2772859"/>
                </a:cubicBezTo>
                <a:close/>
                <a:moveTo>
                  <a:pt x="0" y="3835888"/>
                </a:moveTo>
                <a:lnTo>
                  <a:pt x="0" y="3704734"/>
                </a:lnTo>
                <a:lnTo>
                  <a:pt x="9314" y="3702032"/>
                </a:lnTo>
                <a:cubicBezTo>
                  <a:pt x="235521" y="3618257"/>
                  <a:pt x="405837" y="3425697"/>
                  <a:pt x="452453" y="3190516"/>
                </a:cubicBezTo>
                <a:cubicBezTo>
                  <a:pt x="280459" y="3227190"/>
                  <a:pt x="132038" y="3324188"/>
                  <a:pt x="31903" y="3457400"/>
                </a:cubicBezTo>
                <a:lnTo>
                  <a:pt x="0" y="3506992"/>
                </a:lnTo>
                <a:lnTo>
                  <a:pt x="0" y="3300549"/>
                </a:lnTo>
                <a:lnTo>
                  <a:pt x="5025" y="3294705"/>
                </a:lnTo>
                <a:cubicBezTo>
                  <a:pt x="126426" y="3173934"/>
                  <a:pt x="286398" y="3089558"/>
                  <a:pt x="465823" y="3060092"/>
                </a:cubicBezTo>
                <a:lnTo>
                  <a:pt x="465940" y="3058953"/>
                </a:lnTo>
                <a:cubicBezTo>
                  <a:pt x="471249" y="3057951"/>
                  <a:pt x="476577" y="3057010"/>
                  <a:pt x="482153" y="3057426"/>
                </a:cubicBezTo>
                <a:cubicBezTo>
                  <a:pt x="513336" y="3051913"/>
                  <a:pt x="545229" y="3048955"/>
                  <a:pt x="577614" y="3048432"/>
                </a:cubicBezTo>
                <a:lnTo>
                  <a:pt x="594702" y="3046822"/>
                </a:lnTo>
                <a:lnTo>
                  <a:pt x="594728" y="3047312"/>
                </a:lnTo>
                <a:lnTo>
                  <a:pt x="595226" y="3047280"/>
                </a:lnTo>
                <a:lnTo>
                  <a:pt x="595820" y="3058630"/>
                </a:lnTo>
                <a:cubicBezTo>
                  <a:pt x="595820" y="3064266"/>
                  <a:pt x="595761" y="3069889"/>
                  <a:pt x="594449" y="3075472"/>
                </a:cubicBezTo>
                <a:cubicBezTo>
                  <a:pt x="594491" y="3106561"/>
                  <a:pt x="592041" y="3137210"/>
                  <a:pt x="586982" y="3167222"/>
                </a:cubicBezTo>
                <a:lnTo>
                  <a:pt x="586444" y="3173846"/>
                </a:lnTo>
                <a:cubicBezTo>
                  <a:pt x="586274" y="3173851"/>
                  <a:pt x="586106" y="3173856"/>
                  <a:pt x="585938" y="3173908"/>
                </a:cubicBezTo>
                <a:cubicBezTo>
                  <a:pt x="541948" y="3480240"/>
                  <a:pt x="321278" y="3731813"/>
                  <a:pt x="26396" y="3829400"/>
                </a:cubicBezTo>
                <a:close/>
                <a:moveTo>
                  <a:pt x="0" y="4056079"/>
                </a:moveTo>
                <a:lnTo>
                  <a:pt x="0" y="3923091"/>
                </a:lnTo>
                <a:lnTo>
                  <a:pt x="9850" y="3925425"/>
                </a:lnTo>
                <a:cubicBezTo>
                  <a:pt x="194718" y="3982914"/>
                  <a:pt x="351664" y="4101018"/>
                  <a:pt x="456028" y="4255797"/>
                </a:cubicBezTo>
                <a:lnTo>
                  <a:pt x="484473" y="4305008"/>
                </a:lnTo>
                <a:lnTo>
                  <a:pt x="333423" y="4305008"/>
                </a:lnTo>
                <a:lnTo>
                  <a:pt x="281300" y="4241205"/>
                </a:lnTo>
                <a:cubicBezTo>
                  <a:pt x="223282" y="4178491"/>
                  <a:pt x="153561" y="4126262"/>
                  <a:pt x="75476" y="4087725"/>
                </a:cubicBezTo>
                <a:close/>
                <a:moveTo>
                  <a:pt x="0" y="4305008"/>
                </a:moveTo>
                <a:lnTo>
                  <a:pt x="0" y="4256099"/>
                </a:lnTo>
                <a:lnTo>
                  <a:pt x="8327" y="4271827"/>
                </a:lnTo>
                <a:lnTo>
                  <a:pt x="35009" y="43050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1B26E892-1320-40AA-9CA1-246721C18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1444" y="465540"/>
            <a:ext cx="5492423" cy="41948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Google Shape;135;p13"/>
          <p:cNvSpPr txBox="1">
            <a:spLocks noGrp="1"/>
          </p:cNvSpPr>
          <p:nvPr>
            <p:ph type="ctrTitle"/>
          </p:nvPr>
        </p:nvSpPr>
        <p:spPr>
          <a:xfrm>
            <a:off x="3534918" y="829013"/>
            <a:ext cx="4765475" cy="2267986"/>
          </a:xfrm>
          <a:prstGeom prst="rect">
            <a:avLst/>
          </a:prstGeom>
        </p:spPr>
        <p:txBody>
          <a:bodyPr spcFirstLastPara="1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FFFFFF"/>
                </a:solidFill>
              </a:rPr>
              <a:t>THANKS FOR THE ATTENTION!</a:t>
            </a:r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C9A1F79C-E4D1-4AAE-BA11-3A0900525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32199" y="3160752"/>
            <a:ext cx="384048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8" name="Rectangle 147">
            <a:extLst>
              <a:ext uri="{FF2B5EF4-FFF2-40B4-BE49-F238E27FC236}">
                <a16:creationId xmlns:a16="http://schemas.microsoft.com/office/drawing/2014/main" id="{C170DF7D-4686-4BD5-A9CD-C89649284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000" y="-1"/>
            <a:ext cx="123444" cy="51435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E75BEB3-B209-3B31-3CC1-938D51733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27999" y="4853028"/>
            <a:ext cx="730251" cy="205740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it-IT" smtClean="0"/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26</a:t>
            </a:fld>
            <a:endParaRPr lang="it-IT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e">
  <a:themeElements>
    <a:clrScheme name="Rosso arancion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Integrale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e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1_Integrale">
  <a:themeElements>
    <a:clrScheme name="Arancione rosso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Integrale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e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1147</TotalTime>
  <Words>2330</Words>
  <Application>Microsoft Office PowerPoint</Application>
  <PresentationFormat>Presentazione su schermo (16:9)</PresentationFormat>
  <Paragraphs>182</Paragraphs>
  <Slides>26</Slides>
  <Notes>26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26</vt:i4>
      </vt:variant>
    </vt:vector>
  </HeadingPairs>
  <TitlesOfParts>
    <vt:vector size="33" baseType="lpstr">
      <vt:lpstr>Catamaran</vt:lpstr>
      <vt:lpstr>Arial</vt:lpstr>
      <vt:lpstr>Wingdings 3</vt:lpstr>
      <vt:lpstr>Tw Cen MT</vt:lpstr>
      <vt:lpstr>Tw Cen MT Condensed</vt:lpstr>
      <vt:lpstr>Integrale</vt:lpstr>
      <vt:lpstr>1_Integrale</vt:lpstr>
      <vt:lpstr>Laboratory of advanced programming: MARS AUTOMATION PLATFORM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THANKS FOR THE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beatrice gambetti</cp:lastModifiedBy>
  <cp:revision>317</cp:revision>
  <dcterms:modified xsi:type="dcterms:W3CDTF">2026-03-10T22:49:44Z</dcterms:modified>
</cp:coreProperties>
</file>